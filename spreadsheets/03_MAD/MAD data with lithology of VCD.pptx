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3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4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465ED3-3254-467E-8840-4565D5C65718}" v="32" dt="2026-02-02T20:03:16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9" d="100"/>
          <a:sy n="69" d="100"/>
        </p:scale>
        <p:origin x="564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谷毅" userId="aa928d03-c88d-4738-b88c-f2c10dcc8e16" providerId="ADAL" clId="{C3FD0757-CA88-458F-8789-DCF1D98D929B}"/>
    <pc:docChg chg="undo custSel addSld delSld modSld">
      <pc:chgData name="新谷毅" userId="aa928d03-c88d-4738-b88c-f2c10dcc8e16" providerId="ADAL" clId="{C3FD0757-CA88-458F-8789-DCF1D98D929B}" dt="2026-02-02T20:05:53.906" v="952" actId="1037"/>
      <pc:docMkLst>
        <pc:docMk/>
      </pc:docMkLst>
      <pc:sldChg chg="del">
        <pc:chgData name="新谷毅" userId="aa928d03-c88d-4738-b88c-f2c10dcc8e16" providerId="ADAL" clId="{C3FD0757-CA88-458F-8789-DCF1D98D929B}" dt="2026-02-02T19:55:00.301" v="1" actId="47"/>
        <pc:sldMkLst>
          <pc:docMk/>
          <pc:sldMk cId="1767468565" sldId="256"/>
        </pc:sldMkLst>
      </pc:sldChg>
      <pc:sldChg chg="addSp modSp new mod">
        <pc:chgData name="新谷毅" userId="aa928d03-c88d-4738-b88c-f2c10dcc8e16" providerId="ADAL" clId="{C3FD0757-CA88-458F-8789-DCF1D98D929B}" dt="2026-02-02T20:04:55.170" v="437" actId="1038"/>
        <pc:sldMkLst>
          <pc:docMk/>
          <pc:sldMk cId="3407262801" sldId="257"/>
        </pc:sldMkLst>
        <pc:graphicFrameChg chg="add mod">
          <ac:chgData name="新谷毅" userId="aa928d03-c88d-4738-b88c-f2c10dcc8e16" providerId="ADAL" clId="{C3FD0757-CA88-458F-8789-DCF1D98D929B}" dt="2026-02-02T20:04:55.170" v="437" actId="1038"/>
          <ac:graphicFrameMkLst>
            <pc:docMk/>
            <pc:sldMk cId="3407262801" sldId="257"/>
            <ac:graphicFrameMk id="2" creationId="{420A9ED1-3A33-C073-8655-06073E2A030A}"/>
          </ac:graphicFrameMkLst>
        </pc:graphicFrameChg>
        <pc:graphicFrameChg chg="add mod">
          <ac:chgData name="新谷毅" userId="aa928d03-c88d-4738-b88c-f2c10dcc8e16" providerId="ADAL" clId="{C3FD0757-CA88-458F-8789-DCF1D98D929B}" dt="2026-02-02T20:04:47.174" v="395" actId="1076"/>
          <ac:graphicFrameMkLst>
            <pc:docMk/>
            <pc:sldMk cId="3407262801" sldId="257"/>
            <ac:graphicFrameMk id="3" creationId="{62684A91-220F-4D59-4734-59C661365AEE}"/>
          </ac:graphicFrameMkLst>
        </pc:graphicFrameChg>
      </pc:sldChg>
      <pc:sldChg chg="addSp modSp new mod">
        <pc:chgData name="新谷毅" userId="aa928d03-c88d-4738-b88c-f2c10dcc8e16" providerId="ADAL" clId="{C3FD0757-CA88-458F-8789-DCF1D98D929B}" dt="2026-02-02T20:05:53.906" v="952" actId="1037"/>
        <pc:sldMkLst>
          <pc:docMk/>
          <pc:sldMk cId="384880055" sldId="258"/>
        </pc:sldMkLst>
        <pc:graphicFrameChg chg="add mod modGraphic">
          <ac:chgData name="新谷毅" userId="aa928d03-c88d-4738-b88c-f2c10dcc8e16" providerId="ADAL" clId="{C3FD0757-CA88-458F-8789-DCF1D98D929B}" dt="2026-02-02T20:05:45.184" v="879" actId="1037"/>
          <ac:graphicFrameMkLst>
            <pc:docMk/>
            <pc:sldMk cId="384880055" sldId="258"/>
            <ac:graphicFrameMk id="2" creationId="{AC73D803-1F34-C8A5-5C25-CB00EA934609}"/>
          </ac:graphicFrameMkLst>
        </pc:graphicFrameChg>
        <pc:graphicFrameChg chg="add mod modGraphic">
          <ac:chgData name="新谷毅" userId="aa928d03-c88d-4738-b88c-f2c10dcc8e16" providerId="ADAL" clId="{C3FD0757-CA88-458F-8789-DCF1D98D929B}" dt="2026-02-02T20:05:53.906" v="952" actId="1037"/>
          <ac:graphicFrameMkLst>
            <pc:docMk/>
            <pc:sldMk cId="384880055" sldId="258"/>
            <ac:graphicFrameMk id="3" creationId="{BB411A69-6802-4531-9874-DBF74BA2D455}"/>
          </ac:graphicFrameMkLst>
        </pc:graphicFrameChg>
        <pc:graphicFrameChg chg="add mod modGraphic">
          <ac:chgData name="新谷毅" userId="aa928d03-c88d-4738-b88c-f2c10dcc8e16" providerId="ADAL" clId="{C3FD0757-CA88-458F-8789-DCF1D98D929B}" dt="2026-02-02T20:05:28.088" v="753" actId="1038"/>
          <ac:graphicFrameMkLst>
            <pc:docMk/>
            <pc:sldMk cId="384880055" sldId="258"/>
            <ac:graphicFrameMk id="4" creationId="{9963019F-8DA2-1F8A-6E88-AF740A21313F}"/>
          </ac:graphicFrameMkLst>
        </pc:graphicFrameChg>
        <pc:graphicFrameChg chg="add mod modGraphic">
          <ac:chgData name="新谷毅" userId="aa928d03-c88d-4738-b88c-f2c10dcc8e16" providerId="ADAL" clId="{C3FD0757-CA88-458F-8789-DCF1D98D929B}" dt="2026-02-02T20:05:34.727" v="776" actId="1037"/>
          <ac:graphicFrameMkLst>
            <pc:docMk/>
            <pc:sldMk cId="384880055" sldId="258"/>
            <ac:graphicFrameMk id="5" creationId="{4FA3B51A-95FA-4655-A279-47426A256B5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istmail-my.sharepoint.com/personal/tsuyoshi-shintani_aist_go_jp/Documents/&#12487;&#12473;&#12463;&#12488;&#12483;&#12503;/X501%20ST%20Expedition%20Reports/MAD_data/MAD_with%20lithology%20of%20VC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istmail-my.sharepoint.com/personal/tsuyoshi-shintani_aist_go_jp/Documents/&#12487;&#12473;&#12463;&#12488;&#12483;&#12503;/X501%20ST%20Expedition%20Reports/MAD_data/M0112MAD_with%20lithology%20of%20VC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aistmail-my.sharepoint.com/personal/tsuyoshi-shintani_aist_go_jp/Documents/&#12487;&#12473;&#12463;&#12488;&#12483;&#12503;/X501%20ST%20Expedition%20Reports/MAD_data/MAD_with%20lithology%20of%20VCD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aistmail-my.sharepoint.com/personal/tsuyoshi-shintani_aist_go_jp/Documents/&#12487;&#12473;&#12463;&#12488;&#12483;&#12503;/X501%20ST%20Expedition%20Reports/MAD_data/M0112MAD_with%20lithology%20of%20VCD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aistmail-my.sharepoint.com/personal/tsuyoshi-shintani_aist_go_jp/Documents/&#12487;&#12473;&#12463;&#12488;&#12483;&#12503;/X501%20ST%20Expedition%20Reports/MAD_data/MAD_with%20lithology%20of%20VCD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aistmail-my.sharepoint.com/personal/tsuyoshi-shintani_aist_go_jp/Documents/&#12487;&#12473;&#12463;&#12488;&#12483;&#12503;/X501%20ST%20Expedition%20Reports/MAD_data/M0112MAD_with%20lithology%20of%20VC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altLang="ja-JP" dirty="0"/>
              <a:t>M0111</a:t>
            </a:r>
            <a:endParaRPr lang="ja-JP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ja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gravel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2">
                  <a:lumMod val="7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Sort!$AL$2:$AL$4</c:f>
              <c:numCache>
                <c:formatCode>General</c:formatCode>
                <c:ptCount val="3"/>
                <c:pt idx="0">
                  <c:v>0.24205216254497783</c:v>
                </c:pt>
                <c:pt idx="1">
                  <c:v>0.34996316953639589</c:v>
                </c:pt>
                <c:pt idx="2">
                  <c:v>0.30902750867295548</c:v>
                </c:pt>
              </c:numCache>
            </c:numRef>
          </c:xVal>
          <c:yVal>
            <c:numRef>
              <c:f>Sort!$L$2:$L$4</c:f>
              <c:numCache>
                <c:formatCode>General</c:formatCode>
                <c:ptCount val="3"/>
                <c:pt idx="0">
                  <c:v>278.76</c:v>
                </c:pt>
                <c:pt idx="1">
                  <c:v>331.24</c:v>
                </c:pt>
                <c:pt idx="2">
                  <c:v>338.38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46-4B88-B578-A42917AA621A}"/>
            </c:ext>
          </c:extLst>
        </c:ser>
        <c:ser>
          <c:idx val="1"/>
          <c:order val="1"/>
          <c:tx>
            <c:v>Sand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xVal>
            <c:numRef>
              <c:f>Sort!$AL$5:$AL$109</c:f>
              <c:numCache>
                <c:formatCode>General</c:formatCode>
                <c:ptCount val="105"/>
                <c:pt idx="0">
                  <c:v>0.37954219176152676</c:v>
                </c:pt>
                <c:pt idx="1">
                  <c:v>0.34863609029123843</c:v>
                </c:pt>
                <c:pt idx="2">
                  <c:v>0.38337632598933835</c:v>
                </c:pt>
                <c:pt idx="3">
                  <c:v>0.43956129372996727</c:v>
                </c:pt>
                <c:pt idx="4">
                  <c:v>0.35780856507290215</c:v>
                </c:pt>
                <c:pt idx="5">
                  <c:v>0.34324645863049108</c:v>
                </c:pt>
                <c:pt idx="6">
                  <c:v>0.36571160442091388</c:v>
                </c:pt>
                <c:pt idx="7">
                  <c:v>0.40453146804726092</c:v>
                </c:pt>
                <c:pt idx="8">
                  <c:v>0.3192030299949028</c:v>
                </c:pt>
                <c:pt idx="9">
                  <c:v>0.33206138563253668</c:v>
                </c:pt>
                <c:pt idx="10">
                  <c:v>0.2956039995447608</c:v>
                </c:pt>
                <c:pt idx="11">
                  <c:v>0.40306697617231618</c:v>
                </c:pt>
                <c:pt idx="12">
                  <c:v>0.37391490782944486</c:v>
                </c:pt>
                <c:pt idx="13">
                  <c:v>0.39261995810260591</c:v>
                </c:pt>
                <c:pt idx="14">
                  <c:v>0.40429397555798585</c:v>
                </c:pt>
                <c:pt idx="15">
                  <c:v>0.33908868209046994</c:v>
                </c:pt>
                <c:pt idx="16">
                  <c:v>0.34840582717294277</c:v>
                </c:pt>
                <c:pt idx="17">
                  <c:v>0.4234415902230837</c:v>
                </c:pt>
                <c:pt idx="18">
                  <c:v>0.33156256640931386</c:v>
                </c:pt>
                <c:pt idx="19">
                  <c:v>0.32631342031255761</c:v>
                </c:pt>
                <c:pt idx="20">
                  <c:v>0.4363612544035485</c:v>
                </c:pt>
                <c:pt idx="21">
                  <c:v>0.41952951184004345</c:v>
                </c:pt>
                <c:pt idx="22">
                  <c:v>0.3386176215559118</c:v>
                </c:pt>
                <c:pt idx="23">
                  <c:v>0.36866880771031219</c:v>
                </c:pt>
                <c:pt idx="24">
                  <c:v>0.44207656612083207</c:v>
                </c:pt>
                <c:pt idx="25">
                  <c:v>0.33208884135745315</c:v>
                </c:pt>
                <c:pt idx="26">
                  <c:v>0.32797229734921052</c:v>
                </c:pt>
                <c:pt idx="27">
                  <c:v>0.39021315112177141</c:v>
                </c:pt>
                <c:pt idx="28">
                  <c:v>0.39333308980937959</c:v>
                </c:pt>
                <c:pt idx="29">
                  <c:v>0.3850076381768282</c:v>
                </c:pt>
                <c:pt idx="30">
                  <c:v>0.42385449719810026</c:v>
                </c:pt>
                <c:pt idx="31">
                  <c:v>0.44100833763152081</c:v>
                </c:pt>
                <c:pt idx="32">
                  <c:v>0.39530312635404402</c:v>
                </c:pt>
                <c:pt idx="33">
                  <c:v>0.28617542368105386</c:v>
                </c:pt>
                <c:pt idx="34">
                  <c:v>0.40440718814879134</c:v>
                </c:pt>
                <c:pt idx="35">
                  <c:v>0.5627799214171002</c:v>
                </c:pt>
                <c:pt idx="36">
                  <c:v>0.36132068604220902</c:v>
                </c:pt>
                <c:pt idx="37">
                  <c:v>0.4130408464637762</c:v>
                </c:pt>
                <c:pt idx="38">
                  <c:v>0.44410481141909691</c:v>
                </c:pt>
                <c:pt idx="39">
                  <c:v>0.46672549169153776</c:v>
                </c:pt>
                <c:pt idx="40">
                  <c:v>0.42311014914603262</c:v>
                </c:pt>
                <c:pt idx="41">
                  <c:v>0.50890554140187616</c:v>
                </c:pt>
                <c:pt idx="42">
                  <c:v>0.49196138488144897</c:v>
                </c:pt>
                <c:pt idx="43">
                  <c:v>0.48210815471155838</c:v>
                </c:pt>
                <c:pt idx="44">
                  <c:v>0.5010937267393063</c:v>
                </c:pt>
                <c:pt idx="45">
                  <c:v>0.4187632308588235</c:v>
                </c:pt>
                <c:pt idx="46">
                  <c:v>0.47928114705371644</c:v>
                </c:pt>
                <c:pt idx="47">
                  <c:v>0.43959249629638059</c:v>
                </c:pt>
                <c:pt idx="48">
                  <c:v>0.43910038795551204</c:v>
                </c:pt>
                <c:pt idx="49">
                  <c:v>0.38554564023818899</c:v>
                </c:pt>
                <c:pt idx="50">
                  <c:v>0.5671442007252443</c:v>
                </c:pt>
                <c:pt idx="51">
                  <c:v>0.57789749796846301</c:v>
                </c:pt>
                <c:pt idx="52">
                  <c:v>0.4324202898014915</c:v>
                </c:pt>
                <c:pt idx="53">
                  <c:v>0.43643007185524613</c:v>
                </c:pt>
                <c:pt idx="54">
                  <c:v>0.55619993648416166</c:v>
                </c:pt>
                <c:pt idx="55">
                  <c:v>0.48274915333306073</c:v>
                </c:pt>
                <c:pt idx="56">
                  <c:v>0.47453448513506369</c:v>
                </c:pt>
                <c:pt idx="57">
                  <c:v>0.34086151930200792</c:v>
                </c:pt>
                <c:pt idx="58">
                  <c:v>0.39716197375055701</c:v>
                </c:pt>
                <c:pt idx="59">
                  <c:v>0.37049993482947408</c:v>
                </c:pt>
                <c:pt idx="60">
                  <c:v>0.4036420959973821</c:v>
                </c:pt>
                <c:pt idx="61">
                  <c:v>0.39294953121101284</c:v>
                </c:pt>
                <c:pt idx="62">
                  <c:v>0.35089957071551264</c:v>
                </c:pt>
                <c:pt idx="63">
                  <c:v>0.33345857160379655</c:v>
                </c:pt>
                <c:pt idx="64">
                  <c:v>0.38774970826703431</c:v>
                </c:pt>
                <c:pt idx="65">
                  <c:v>0.36432402489601323</c:v>
                </c:pt>
                <c:pt idx="66">
                  <c:v>0.33351631774495416</c:v>
                </c:pt>
                <c:pt idx="67">
                  <c:v>0.38560856696138174</c:v>
                </c:pt>
                <c:pt idx="68">
                  <c:v>0.42714995065655814</c:v>
                </c:pt>
                <c:pt idx="69">
                  <c:v>0.41216125619887428</c:v>
                </c:pt>
                <c:pt idx="70">
                  <c:v>0.49504503611925926</c:v>
                </c:pt>
                <c:pt idx="71">
                  <c:v>0.42754793877479108</c:v>
                </c:pt>
                <c:pt idx="72">
                  <c:v>0.46161096651282862</c:v>
                </c:pt>
                <c:pt idx="73">
                  <c:v>0.45578011719022893</c:v>
                </c:pt>
                <c:pt idx="74">
                  <c:v>0.406062382208773</c:v>
                </c:pt>
                <c:pt idx="75">
                  <c:v>0.37331079366844211</c:v>
                </c:pt>
                <c:pt idx="76">
                  <c:v>0.35025683690602227</c:v>
                </c:pt>
                <c:pt idx="77">
                  <c:v>0.40754122634245832</c:v>
                </c:pt>
                <c:pt idx="78">
                  <c:v>0.34126229061961527</c:v>
                </c:pt>
                <c:pt idx="79">
                  <c:v>0.39540207494877688</c:v>
                </c:pt>
                <c:pt idx="80">
                  <c:v>0.34419563425762012</c:v>
                </c:pt>
                <c:pt idx="81">
                  <c:v>0.33491309661867336</c:v>
                </c:pt>
                <c:pt idx="82">
                  <c:v>0.30399511623483033</c:v>
                </c:pt>
                <c:pt idx="83">
                  <c:v>0.29642500012896211</c:v>
                </c:pt>
                <c:pt idx="84">
                  <c:v>0.29727454815420934</c:v>
                </c:pt>
                <c:pt idx="85">
                  <c:v>0.36330252360534365</c:v>
                </c:pt>
                <c:pt idx="86">
                  <c:v>0.39604194975797735</c:v>
                </c:pt>
                <c:pt idx="87">
                  <c:v>0.42887596080115897</c:v>
                </c:pt>
                <c:pt idx="88">
                  <c:v>0.32465611469334743</c:v>
                </c:pt>
                <c:pt idx="89">
                  <c:v>0.41486213769338065</c:v>
                </c:pt>
                <c:pt idx="90">
                  <c:v>0.38735889075555235</c:v>
                </c:pt>
                <c:pt idx="91">
                  <c:v>0.40480673529275157</c:v>
                </c:pt>
                <c:pt idx="92">
                  <c:v>0.34891201583834613</c:v>
                </c:pt>
                <c:pt idx="93">
                  <c:v>0.24128172289958727</c:v>
                </c:pt>
                <c:pt idx="94">
                  <c:v>0.40995847439179711</c:v>
                </c:pt>
                <c:pt idx="95">
                  <c:v>0.44954087231263634</c:v>
                </c:pt>
                <c:pt idx="96">
                  <c:v>0.31187083183809355</c:v>
                </c:pt>
                <c:pt idx="97">
                  <c:v>0.22443659732492943</c:v>
                </c:pt>
                <c:pt idx="98">
                  <c:v>0.41996876852094261</c:v>
                </c:pt>
                <c:pt idx="99">
                  <c:v>0.40964604334843779</c:v>
                </c:pt>
                <c:pt idx="100">
                  <c:v>0.23692211719918735</c:v>
                </c:pt>
                <c:pt idx="101">
                  <c:v>0.45427853530289081</c:v>
                </c:pt>
                <c:pt idx="102">
                  <c:v>0.56443218616946356</c:v>
                </c:pt>
                <c:pt idx="103">
                  <c:v>0.6105153971790005</c:v>
                </c:pt>
                <c:pt idx="104">
                  <c:v>0.41659262206198161</c:v>
                </c:pt>
              </c:numCache>
            </c:numRef>
          </c:xVal>
          <c:yVal>
            <c:numRef>
              <c:f>Sort!$L$5:$L$109</c:f>
              <c:numCache>
                <c:formatCode>General</c:formatCode>
                <c:ptCount val="105"/>
                <c:pt idx="0">
                  <c:v>38.5</c:v>
                </c:pt>
                <c:pt idx="1">
                  <c:v>40.830000000000005</c:v>
                </c:pt>
                <c:pt idx="2">
                  <c:v>41.57</c:v>
                </c:pt>
                <c:pt idx="3">
                  <c:v>43.39</c:v>
                </c:pt>
                <c:pt idx="4">
                  <c:v>44.21</c:v>
                </c:pt>
                <c:pt idx="5">
                  <c:v>46.580000000000005</c:v>
                </c:pt>
                <c:pt idx="6">
                  <c:v>55.300000000000004</c:v>
                </c:pt>
                <c:pt idx="7">
                  <c:v>57.04</c:v>
                </c:pt>
                <c:pt idx="8">
                  <c:v>61.900000000000006</c:v>
                </c:pt>
                <c:pt idx="9">
                  <c:v>96.64</c:v>
                </c:pt>
                <c:pt idx="10">
                  <c:v>134.82</c:v>
                </c:pt>
                <c:pt idx="11">
                  <c:v>138.15</c:v>
                </c:pt>
                <c:pt idx="12">
                  <c:v>141.19999999999999</c:v>
                </c:pt>
                <c:pt idx="13">
                  <c:v>158.39000000000001</c:v>
                </c:pt>
                <c:pt idx="14">
                  <c:v>161.66000000000003</c:v>
                </c:pt>
                <c:pt idx="15">
                  <c:v>162.18</c:v>
                </c:pt>
                <c:pt idx="16">
                  <c:v>215.71</c:v>
                </c:pt>
                <c:pt idx="17">
                  <c:v>220.31</c:v>
                </c:pt>
                <c:pt idx="18">
                  <c:v>224.27</c:v>
                </c:pt>
                <c:pt idx="19">
                  <c:v>275.56</c:v>
                </c:pt>
                <c:pt idx="20">
                  <c:v>288.37</c:v>
                </c:pt>
                <c:pt idx="21">
                  <c:v>296.01</c:v>
                </c:pt>
                <c:pt idx="22">
                  <c:v>306.70999999999998</c:v>
                </c:pt>
                <c:pt idx="23">
                  <c:v>351.55999999999995</c:v>
                </c:pt>
                <c:pt idx="24">
                  <c:v>159.38</c:v>
                </c:pt>
                <c:pt idx="25">
                  <c:v>219.74</c:v>
                </c:pt>
                <c:pt idx="26">
                  <c:v>222.84</c:v>
                </c:pt>
                <c:pt idx="27">
                  <c:v>4.84</c:v>
                </c:pt>
                <c:pt idx="28">
                  <c:v>7.77</c:v>
                </c:pt>
                <c:pt idx="29">
                  <c:v>14.08</c:v>
                </c:pt>
                <c:pt idx="30">
                  <c:v>34.18</c:v>
                </c:pt>
                <c:pt idx="31">
                  <c:v>51.05</c:v>
                </c:pt>
                <c:pt idx="32">
                  <c:v>73.760000000000005</c:v>
                </c:pt>
                <c:pt idx="33">
                  <c:v>94.28</c:v>
                </c:pt>
                <c:pt idx="34">
                  <c:v>98.940000000000012</c:v>
                </c:pt>
                <c:pt idx="35">
                  <c:v>146.95500000000001</c:v>
                </c:pt>
                <c:pt idx="36">
                  <c:v>165.74</c:v>
                </c:pt>
                <c:pt idx="37">
                  <c:v>166.09</c:v>
                </c:pt>
                <c:pt idx="38">
                  <c:v>194.35</c:v>
                </c:pt>
                <c:pt idx="39">
                  <c:v>198.35</c:v>
                </c:pt>
                <c:pt idx="40">
                  <c:v>251.91</c:v>
                </c:pt>
                <c:pt idx="41">
                  <c:v>253.21</c:v>
                </c:pt>
                <c:pt idx="42">
                  <c:v>262.36</c:v>
                </c:pt>
                <c:pt idx="43">
                  <c:v>323.84999999999997</c:v>
                </c:pt>
                <c:pt idx="44">
                  <c:v>326.51</c:v>
                </c:pt>
                <c:pt idx="45">
                  <c:v>336.71</c:v>
                </c:pt>
                <c:pt idx="46">
                  <c:v>156.38</c:v>
                </c:pt>
                <c:pt idx="47">
                  <c:v>198.74</c:v>
                </c:pt>
                <c:pt idx="48">
                  <c:v>201.74</c:v>
                </c:pt>
                <c:pt idx="49">
                  <c:v>204.66000000000003</c:v>
                </c:pt>
                <c:pt idx="50">
                  <c:v>149.69999999999999</c:v>
                </c:pt>
                <c:pt idx="51">
                  <c:v>152.59</c:v>
                </c:pt>
                <c:pt idx="52">
                  <c:v>319.64999999999998</c:v>
                </c:pt>
                <c:pt idx="53">
                  <c:v>348.40999999999997</c:v>
                </c:pt>
                <c:pt idx="54">
                  <c:v>150.38</c:v>
                </c:pt>
                <c:pt idx="55">
                  <c:v>166.44000000000003</c:v>
                </c:pt>
                <c:pt idx="56">
                  <c:v>191.24</c:v>
                </c:pt>
                <c:pt idx="57">
                  <c:v>0.63500000000000001</c:v>
                </c:pt>
                <c:pt idx="58">
                  <c:v>4.29</c:v>
                </c:pt>
                <c:pt idx="59">
                  <c:v>10.6</c:v>
                </c:pt>
                <c:pt idx="60">
                  <c:v>12.899999999999999</c:v>
                </c:pt>
                <c:pt idx="61">
                  <c:v>14.95</c:v>
                </c:pt>
                <c:pt idx="62">
                  <c:v>15.610000000000001</c:v>
                </c:pt>
                <c:pt idx="63">
                  <c:v>16.739999999999998</c:v>
                </c:pt>
                <c:pt idx="64">
                  <c:v>59.78</c:v>
                </c:pt>
                <c:pt idx="65">
                  <c:v>63.98</c:v>
                </c:pt>
                <c:pt idx="66">
                  <c:v>65.91</c:v>
                </c:pt>
                <c:pt idx="67">
                  <c:v>67.94</c:v>
                </c:pt>
                <c:pt idx="68">
                  <c:v>166.39000000000001</c:v>
                </c:pt>
                <c:pt idx="69">
                  <c:v>207.71</c:v>
                </c:pt>
                <c:pt idx="70">
                  <c:v>210.21</c:v>
                </c:pt>
                <c:pt idx="71">
                  <c:v>213.26</c:v>
                </c:pt>
                <c:pt idx="72">
                  <c:v>237.96</c:v>
                </c:pt>
                <c:pt idx="73">
                  <c:v>245.21</c:v>
                </c:pt>
                <c:pt idx="74">
                  <c:v>255.91</c:v>
                </c:pt>
                <c:pt idx="75">
                  <c:v>256.65999999999997</c:v>
                </c:pt>
                <c:pt idx="76">
                  <c:v>278.31</c:v>
                </c:pt>
                <c:pt idx="77">
                  <c:v>293.31</c:v>
                </c:pt>
                <c:pt idx="78">
                  <c:v>329.28000000000003</c:v>
                </c:pt>
                <c:pt idx="79">
                  <c:v>332.96</c:v>
                </c:pt>
                <c:pt idx="80">
                  <c:v>344.61</c:v>
                </c:pt>
                <c:pt idx="81">
                  <c:v>346.51</c:v>
                </c:pt>
                <c:pt idx="82">
                  <c:v>350.53</c:v>
                </c:pt>
                <c:pt idx="83">
                  <c:v>353.76</c:v>
                </c:pt>
                <c:pt idx="84">
                  <c:v>366.46</c:v>
                </c:pt>
                <c:pt idx="85">
                  <c:v>369.21</c:v>
                </c:pt>
                <c:pt idx="86">
                  <c:v>378.36</c:v>
                </c:pt>
                <c:pt idx="87">
                  <c:v>162.74</c:v>
                </c:pt>
                <c:pt idx="88">
                  <c:v>213.74</c:v>
                </c:pt>
                <c:pt idx="89">
                  <c:v>216.74</c:v>
                </c:pt>
                <c:pt idx="90">
                  <c:v>289.70999999999998</c:v>
                </c:pt>
                <c:pt idx="91">
                  <c:v>210.74</c:v>
                </c:pt>
                <c:pt idx="92">
                  <c:v>69.2</c:v>
                </c:pt>
                <c:pt idx="93">
                  <c:v>71.06</c:v>
                </c:pt>
                <c:pt idx="94">
                  <c:v>155.63999999999999</c:v>
                </c:pt>
                <c:pt idx="95">
                  <c:v>163.92000000000002</c:v>
                </c:pt>
                <c:pt idx="96">
                  <c:v>277.61</c:v>
                </c:pt>
                <c:pt idx="97">
                  <c:v>45.940000000000005</c:v>
                </c:pt>
                <c:pt idx="98">
                  <c:v>126.41000000000001</c:v>
                </c:pt>
                <c:pt idx="99">
                  <c:v>161.54</c:v>
                </c:pt>
                <c:pt idx="100">
                  <c:v>223.535</c:v>
                </c:pt>
                <c:pt idx="101">
                  <c:v>76.8</c:v>
                </c:pt>
                <c:pt idx="102">
                  <c:v>149.91999999999999</c:v>
                </c:pt>
                <c:pt idx="103">
                  <c:v>168.89</c:v>
                </c:pt>
                <c:pt idx="104">
                  <c:v>335.36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F46-4B88-B578-A42917AA621A}"/>
            </c:ext>
          </c:extLst>
        </c:ser>
        <c:ser>
          <c:idx val="2"/>
          <c:order val="2"/>
          <c:tx>
            <c:v>Clay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Sort!$AL$110:$AL$114</c:f>
              <c:numCache>
                <c:formatCode>General</c:formatCode>
                <c:ptCount val="5"/>
                <c:pt idx="0">
                  <c:v>0.40885639931687995</c:v>
                </c:pt>
                <c:pt idx="1">
                  <c:v>0.41026115737446345</c:v>
                </c:pt>
                <c:pt idx="2">
                  <c:v>0.55080903275544069</c:v>
                </c:pt>
                <c:pt idx="3">
                  <c:v>0.42438633001844184</c:v>
                </c:pt>
                <c:pt idx="4">
                  <c:v>0.40363909874251214</c:v>
                </c:pt>
              </c:numCache>
            </c:numRef>
          </c:xVal>
          <c:yVal>
            <c:numRef>
              <c:f>Sort!$L$110:$L$114</c:f>
              <c:numCache>
                <c:formatCode>General</c:formatCode>
                <c:ptCount val="5"/>
                <c:pt idx="0">
                  <c:v>259.31</c:v>
                </c:pt>
                <c:pt idx="1">
                  <c:v>314.70000000000005</c:v>
                </c:pt>
                <c:pt idx="2">
                  <c:v>48.050000000000004</c:v>
                </c:pt>
                <c:pt idx="3">
                  <c:v>110.41</c:v>
                </c:pt>
                <c:pt idx="4">
                  <c:v>111.53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F46-4B88-B578-A42917AA621A}"/>
            </c:ext>
          </c:extLst>
        </c:ser>
        <c:ser>
          <c:idx val="3"/>
          <c:order val="3"/>
          <c:tx>
            <c:v>mud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xVal>
            <c:numRef>
              <c:f>Sort!$AL$115:$AL$173</c:f>
              <c:numCache>
                <c:formatCode>General</c:formatCode>
                <c:ptCount val="59"/>
                <c:pt idx="0">
                  <c:v>0.4181004874501752</c:v>
                </c:pt>
                <c:pt idx="1">
                  <c:v>0.40890733392585349</c:v>
                </c:pt>
                <c:pt idx="2">
                  <c:v>0.41858324310745521</c:v>
                </c:pt>
                <c:pt idx="3">
                  <c:v>0.42851343055783864</c:v>
                </c:pt>
                <c:pt idx="4">
                  <c:v>0.47481257027881513</c:v>
                </c:pt>
                <c:pt idx="5">
                  <c:v>0.49347354241574826</c:v>
                </c:pt>
                <c:pt idx="6">
                  <c:v>0.53979173688461646</c:v>
                </c:pt>
                <c:pt idx="7">
                  <c:v>0.48663105242539556</c:v>
                </c:pt>
                <c:pt idx="8">
                  <c:v>0.50234588327541863</c:v>
                </c:pt>
                <c:pt idx="9">
                  <c:v>0.43670292617657352</c:v>
                </c:pt>
                <c:pt idx="10">
                  <c:v>0.48400682325947247</c:v>
                </c:pt>
                <c:pt idx="11">
                  <c:v>0.54841101055370167</c:v>
                </c:pt>
                <c:pt idx="12">
                  <c:v>0.45311272602282521</c:v>
                </c:pt>
                <c:pt idx="13">
                  <c:v>0.46121964646059649</c:v>
                </c:pt>
                <c:pt idx="14">
                  <c:v>0.46005746108542067</c:v>
                </c:pt>
                <c:pt idx="15">
                  <c:v>0.5058792975381563</c:v>
                </c:pt>
                <c:pt idx="16">
                  <c:v>0.44592801900958157</c:v>
                </c:pt>
                <c:pt idx="17">
                  <c:v>0.50130609563009854</c:v>
                </c:pt>
                <c:pt idx="18">
                  <c:v>0.57123734181952501</c:v>
                </c:pt>
                <c:pt idx="19">
                  <c:v>0.42808258556875817</c:v>
                </c:pt>
                <c:pt idx="20">
                  <c:v>0.44508372904809984</c:v>
                </c:pt>
                <c:pt idx="21">
                  <c:v>0.45054828361072663</c:v>
                </c:pt>
                <c:pt idx="22">
                  <c:v>0.48837359012982423</c:v>
                </c:pt>
                <c:pt idx="23">
                  <c:v>0.48231687284753078</c:v>
                </c:pt>
                <c:pt idx="24">
                  <c:v>0.48973509428980344</c:v>
                </c:pt>
                <c:pt idx="25">
                  <c:v>0.43369641330142633</c:v>
                </c:pt>
                <c:pt idx="26">
                  <c:v>0.45097771069327208</c:v>
                </c:pt>
                <c:pt idx="27">
                  <c:v>0.47385960062084204</c:v>
                </c:pt>
                <c:pt idx="28">
                  <c:v>0.40619590508506492</c:v>
                </c:pt>
                <c:pt idx="29">
                  <c:v>0.4566930260592757</c:v>
                </c:pt>
                <c:pt idx="30">
                  <c:v>0.35502148248722326</c:v>
                </c:pt>
                <c:pt idx="31">
                  <c:v>0.38998199900187575</c:v>
                </c:pt>
                <c:pt idx="32">
                  <c:v>0.36336261049594576</c:v>
                </c:pt>
                <c:pt idx="33">
                  <c:v>0.37367052563282371</c:v>
                </c:pt>
                <c:pt idx="34">
                  <c:v>0.38572616575107277</c:v>
                </c:pt>
                <c:pt idx="35">
                  <c:v>0.40333297836712051</c:v>
                </c:pt>
                <c:pt idx="36">
                  <c:v>0.4183513413560212</c:v>
                </c:pt>
                <c:pt idx="37">
                  <c:v>0.36889167166524539</c:v>
                </c:pt>
                <c:pt idx="38">
                  <c:v>0.4002395166837403</c:v>
                </c:pt>
                <c:pt idx="39">
                  <c:v>0.44076544182997279</c:v>
                </c:pt>
                <c:pt idx="40">
                  <c:v>0.48355554720638116</c:v>
                </c:pt>
                <c:pt idx="41">
                  <c:v>0.44770217325008899</c:v>
                </c:pt>
                <c:pt idx="42">
                  <c:v>0.51318370219361154</c:v>
                </c:pt>
                <c:pt idx="43">
                  <c:v>0.43881899430525534</c:v>
                </c:pt>
                <c:pt idx="44">
                  <c:v>0.46243801682062846</c:v>
                </c:pt>
                <c:pt idx="45">
                  <c:v>0.48959671906541025</c:v>
                </c:pt>
                <c:pt idx="46">
                  <c:v>0.37032419777071496</c:v>
                </c:pt>
                <c:pt idx="47">
                  <c:v>0.40032618637022527</c:v>
                </c:pt>
                <c:pt idx="48">
                  <c:v>0.51929471160676022</c:v>
                </c:pt>
                <c:pt idx="49">
                  <c:v>0.47507782899788681</c:v>
                </c:pt>
                <c:pt idx="50">
                  <c:v>0.49145362360630901</c:v>
                </c:pt>
                <c:pt idx="51">
                  <c:v>0.43747223162946247</c:v>
                </c:pt>
                <c:pt idx="52">
                  <c:v>0.56259670082626489</c:v>
                </c:pt>
                <c:pt idx="53">
                  <c:v>0.47532019577615797</c:v>
                </c:pt>
                <c:pt idx="54">
                  <c:v>0.49037009810067039</c:v>
                </c:pt>
                <c:pt idx="55">
                  <c:v>0.52748827055272007</c:v>
                </c:pt>
                <c:pt idx="56">
                  <c:v>0.47701737383512521</c:v>
                </c:pt>
                <c:pt idx="57">
                  <c:v>0.49402356007221643</c:v>
                </c:pt>
                <c:pt idx="58">
                  <c:v>0.49575119565451259</c:v>
                </c:pt>
              </c:numCache>
            </c:numRef>
          </c:xVal>
          <c:yVal>
            <c:numRef>
              <c:f>Sort!$L$115:$L$173</c:f>
              <c:numCache>
                <c:formatCode>General</c:formatCode>
                <c:ptCount val="59"/>
                <c:pt idx="0">
                  <c:v>49.080000000000005</c:v>
                </c:pt>
                <c:pt idx="1">
                  <c:v>52.800000000000004</c:v>
                </c:pt>
                <c:pt idx="2">
                  <c:v>79.78</c:v>
                </c:pt>
                <c:pt idx="3">
                  <c:v>82.8</c:v>
                </c:pt>
                <c:pt idx="4">
                  <c:v>84.97999999999999</c:v>
                </c:pt>
                <c:pt idx="5">
                  <c:v>86.78</c:v>
                </c:pt>
                <c:pt idx="6">
                  <c:v>88.78</c:v>
                </c:pt>
                <c:pt idx="7">
                  <c:v>91.259999999999991</c:v>
                </c:pt>
                <c:pt idx="8">
                  <c:v>100.67</c:v>
                </c:pt>
                <c:pt idx="9">
                  <c:v>103.78999999999999</c:v>
                </c:pt>
                <c:pt idx="10">
                  <c:v>106.78999999999999</c:v>
                </c:pt>
                <c:pt idx="11">
                  <c:v>109.8</c:v>
                </c:pt>
                <c:pt idx="12">
                  <c:v>112.53999999999999</c:v>
                </c:pt>
                <c:pt idx="13">
                  <c:v>115.52</c:v>
                </c:pt>
                <c:pt idx="14">
                  <c:v>118.48</c:v>
                </c:pt>
                <c:pt idx="15">
                  <c:v>121.42999999999999</c:v>
                </c:pt>
                <c:pt idx="16">
                  <c:v>124.48</c:v>
                </c:pt>
                <c:pt idx="17">
                  <c:v>127.39</c:v>
                </c:pt>
                <c:pt idx="18">
                  <c:v>121.7</c:v>
                </c:pt>
                <c:pt idx="19">
                  <c:v>124.2</c:v>
                </c:pt>
                <c:pt idx="20">
                  <c:v>126.75</c:v>
                </c:pt>
                <c:pt idx="21">
                  <c:v>131.85</c:v>
                </c:pt>
                <c:pt idx="22">
                  <c:v>144.55000000000001</c:v>
                </c:pt>
                <c:pt idx="23">
                  <c:v>204.22</c:v>
                </c:pt>
                <c:pt idx="24">
                  <c:v>224.94000000000003</c:v>
                </c:pt>
                <c:pt idx="25">
                  <c:v>228.01</c:v>
                </c:pt>
                <c:pt idx="26">
                  <c:v>234.17</c:v>
                </c:pt>
                <c:pt idx="27">
                  <c:v>234.91</c:v>
                </c:pt>
                <c:pt idx="28">
                  <c:v>245.62</c:v>
                </c:pt>
                <c:pt idx="29">
                  <c:v>247.14999999999998</c:v>
                </c:pt>
                <c:pt idx="30">
                  <c:v>265.32</c:v>
                </c:pt>
                <c:pt idx="31">
                  <c:v>268.51</c:v>
                </c:pt>
                <c:pt idx="32">
                  <c:v>271.31</c:v>
                </c:pt>
                <c:pt idx="33">
                  <c:v>281.94</c:v>
                </c:pt>
                <c:pt idx="34">
                  <c:v>285.16000000000003</c:v>
                </c:pt>
                <c:pt idx="35">
                  <c:v>301.52</c:v>
                </c:pt>
                <c:pt idx="36">
                  <c:v>316.28999999999996</c:v>
                </c:pt>
                <c:pt idx="37">
                  <c:v>322.31</c:v>
                </c:pt>
                <c:pt idx="38">
                  <c:v>356.04</c:v>
                </c:pt>
                <c:pt idx="39">
                  <c:v>361.21</c:v>
                </c:pt>
                <c:pt idx="40">
                  <c:v>362.16</c:v>
                </c:pt>
                <c:pt idx="41">
                  <c:v>381.45</c:v>
                </c:pt>
                <c:pt idx="42">
                  <c:v>120.74</c:v>
                </c:pt>
                <c:pt idx="43">
                  <c:v>126.74</c:v>
                </c:pt>
                <c:pt idx="44">
                  <c:v>195.66000000000003</c:v>
                </c:pt>
                <c:pt idx="45">
                  <c:v>229.66000000000003</c:v>
                </c:pt>
                <c:pt idx="46">
                  <c:v>129.57</c:v>
                </c:pt>
                <c:pt idx="47">
                  <c:v>167.91</c:v>
                </c:pt>
                <c:pt idx="48">
                  <c:v>179.04</c:v>
                </c:pt>
                <c:pt idx="49">
                  <c:v>182.06</c:v>
                </c:pt>
                <c:pt idx="50">
                  <c:v>188.22</c:v>
                </c:pt>
                <c:pt idx="51">
                  <c:v>310.51</c:v>
                </c:pt>
                <c:pt idx="52">
                  <c:v>153.49</c:v>
                </c:pt>
                <c:pt idx="53">
                  <c:v>172.01500000000001</c:v>
                </c:pt>
                <c:pt idx="54">
                  <c:v>177.70000000000002</c:v>
                </c:pt>
                <c:pt idx="55">
                  <c:v>180.34</c:v>
                </c:pt>
                <c:pt idx="56">
                  <c:v>185.125</c:v>
                </c:pt>
                <c:pt idx="57">
                  <c:v>186.77500000000001</c:v>
                </c:pt>
                <c:pt idx="58">
                  <c:v>207.84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F46-4B88-B578-A42917AA621A}"/>
            </c:ext>
          </c:extLst>
        </c:ser>
        <c:ser>
          <c:idx val="4"/>
          <c:order val="4"/>
          <c:tx>
            <c:v>Silt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4"/>
              </a:solidFill>
              <a:ln w="9525">
                <a:noFill/>
              </a:ln>
              <a:effectLst/>
            </c:spPr>
          </c:marker>
          <c:xVal>
            <c:numRef>
              <c:f>Sort!$AL$174:$AL$183</c:f>
              <c:numCache>
                <c:formatCode>General</c:formatCode>
                <c:ptCount val="10"/>
                <c:pt idx="0">
                  <c:v>0.35296851627093923</c:v>
                </c:pt>
                <c:pt idx="1">
                  <c:v>0.40369403602900977</c:v>
                </c:pt>
                <c:pt idx="2">
                  <c:v>0.49521679455785128</c:v>
                </c:pt>
                <c:pt idx="3">
                  <c:v>0.50379909500508857</c:v>
                </c:pt>
                <c:pt idx="4">
                  <c:v>0.45672949913914829</c:v>
                </c:pt>
                <c:pt idx="5">
                  <c:v>0.45627836233271907</c:v>
                </c:pt>
                <c:pt idx="6">
                  <c:v>0.50053006604363581</c:v>
                </c:pt>
                <c:pt idx="7">
                  <c:v>0.47575791967175673</c:v>
                </c:pt>
                <c:pt idx="8">
                  <c:v>0.545706439117847</c:v>
                </c:pt>
                <c:pt idx="9">
                  <c:v>0.50592730044801748</c:v>
                </c:pt>
              </c:numCache>
            </c:numRef>
          </c:xVal>
          <c:yVal>
            <c:numRef>
              <c:f>Sort!$L$174:$L$183</c:f>
              <c:numCache>
                <c:formatCode>General</c:formatCode>
                <c:ptCount val="10"/>
                <c:pt idx="0">
                  <c:v>32.729999999999997</c:v>
                </c:pt>
                <c:pt idx="1">
                  <c:v>72.14</c:v>
                </c:pt>
                <c:pt idx="2">
                  <c:v>191.27</c:v>
                </c:pt>
                <c:pt idx="3">
                  <c:v>201.23999999999998</c:v>
                </c:pt>
                <c:pt idx="4">
                  <c:v>250.45</c:v>
                </c:pt>
                <c:pt idx="5">
                  <c:v>299.13</c:v>
                </c:pt>
                <c:pt idx="6">
                  <c:v>307.40999999999997</c:v>
                </c:pt>
                <c:pt idx="7">
                  <c:v>364.80999999999995</c:v>
                </c:pt>
                <c:pt idx="8">
                  <c:v>49.790000000000006</c:v>
                </c:pt>
                <c:pt idx="9">
                  <c:v>192.74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F46-4B88-B578-A42917AA621A}"/>
            </c:ext>
          </c:extLst>
        </c:ser>
        <c:ser>
          <c:idx val="5"/>
          <c:order val="5"/>
          <c:tx>
            <c:v>other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Sort!$AL$184:$AL$191</c:f>
              <c:numCache>
                <c:formatCode>General</c:formatCode>
                <c:ptCount val="8"/>
                <c:pt idx="0">
                  <c:v>0.41169764576584916</c:v>
                </c:pt>
                <c:pt idx="1">
                  <c:v>0.42754551147900915</c:v>
                </c:pt>
                <c:pt idx="2">
                  <c:v>0.58343856170112207</c:v>
                </c:pt>
                <c:pt idx="3">
                  <c:v>0.49619428795059262</c:v>
                </c:pt>
                <c:pt idx="4">
                  <c:v>0.51494340645771508</c:v>
                </c:pt>
                <c:pt idx="5">
                  <c:v>0.50048612936451409</c:v>
                </c:pt>
                <c:pt idx="6">
                  <c:v>0.18342745246107925</c:v>
                </c:pt>
                <c:pt idx="7">
                  <c:v>0.45889654196127694</c:v>
                </c:pt>
              </c:numCache>
            </c:numRef>
          </c:xVal>
          <c:yVal>
            <c:numRef>
              <c:f>Sort!$L$184:$L$191</c:f>
              <c:numCache>
                <c:formatCode>General</c:formatCode>
                <c:ptCount val="8"/>
                <c:pt idx="0">
                  <c:v>127.82000000000001</c:v>
                </c:pt>
                <c:pt idx="1">
                  <c:v>169.92999999999998</c:v>
                </c:pt>
                <c:pt idx="2">
                  <c:v>172.94</c:v>
                </c:pt>
                <c:pt idx="3">
                  <c:v>176.15</c:v>
                </c:pt>
                <c:pt idx="4">
                  <c:v>185.17</c:v>
                </c:pt>
                <c:pt idx="5">
                  <c:v>206.59</c:v>
                </c:pt>
                <c:pt idx="6">
                  <c:v>274.45999999999998</c:v>
                </c:pt>
                <c:pt idx="7">
                  <c:v>168.74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F46-4B88-B578-A42917AA6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4970752"/>
        <c:axId val="894971232"/>
      </c:scatterChart>
      <c:valAx>
        <c:axId val="89497075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Porosity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19050" cap="flat" cmpd="sng" algn="ctr">
            <a:solidFill>
              <a:schemeClr val="tx1">
                <a:alpha val="99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894971232"/>
        <c:crosses val="autoZero"/>
        <c:crossBetween val="midCat"/>
      </c:valAx>
      <c:valAx>
        <c:axId val="894971232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Depth m.b.s.f.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8949707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altLang="ja-JP"/>
              <a:t>M0112A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ja-JP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Clay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6"/>
              </a:solidFill>
              <a:ln w="6350">
                <a:noFill/>
              </a:ln>
              <a:effectLst/>
            </c:spPr>
          </c:marker>
          <c:xVal>
            <c:numRef>
              <c:f>Order!$AL$3:$AL$5</c:f>
              <c:numCache>
                <c:formatCode>General</c:formatCode>
                <c:ptCount val="3"/>
                <c:pt idx="0">
                  <c:v>0.71678709188468814</c:v>
                </c:pt>
                <c:pt idx="1">
                  <c:v>0.47314479211621302</c:v>
                </c:pt>
                <c:pt idx="2">
                  <c:v>0.37297471091293155</c:v>
                </c:pt>
              </c:numCache>
            </c:numRef>
          </c:xVal>
          <c:yVal>
            <c:numRef>
              <c:f>Order!$L$3:$L$5</c:f>
              <c:numCache>
                <c:formatCode>General</c:formatCode>
                <c:ptCount val="3"/>
                <c:pt idx="0">
                  <c:v>230.76999999999998</c:v>
                </c:pt>
                <c:pt idx="1">
                  <c:v>230.79999999999998</c:v>
                </c:pt>
                <c:pt idx="2">
                  <c:v>231.33500000000001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F4-4336-BA9A-DBE8C4D0F86A}"/>
            </c:ext>
          </c:extLst>
        </c:ser>
        <c:ser>
          <c:idx val="1"/>
          <c:order val="1"/>
          <c:tx>
            <c:v>Gravel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2">
                  <a:lumMod val="7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Order!$AL$6:$AL$9</c:f>
              <c:numCache>
                <c:formatCode>General</c:formatCode>
                <c:ptCount val="4"/>
                <c:pt idx="0">
                  <c:v>4.6268918869767021E-2</c:v>
                </c:pt>
                <c:pt idx="1">
                  <c:v>0.31398826611728853</c:v>
                </c:pt>
                <c:pt idx="2">
                  <c:v>0.42643977586103754</c:v>
                </c:pt>
                <c:pt idx="3">
                  <c:v>0.37079427894428107</c:v>
                </c:pt>
              </c:numCache>
            </c:numRef>
          </c:xVal>
          <c:yVal>
            <c:numRef>
              <c:f>Order!$L$6:$L$9</c:f>
              <c:numCache>
                <c:formatCode>General</c:formatCode>
                <c:ptCount val="4"/>
                <c:pt idx="0">
                  <c:v>44.52</c:v>
                </c:pt>
                <c:pt idx="1">
                  <c:v>97.789999999999992</c:v>
                </c:pt>
                <c:pt idx="2">
                  <c:v>110.39</c:v>
                </c:pt>
                <c:pt idx="3">
                  <c:v>119.58999999999999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F4-4336-BA9A-DBE8C4D0F86A}"/>
            </c:ext>
          </c:extLst>
        </c:ser>
        <c:ser>
          <c:idx val="2"/>
          <c:order val="2"/>
          <c:tx>
            <c:v>Mud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>
                <a:noFill/>
              </a:ln>
              <a:effectLst/>
            </c:spPr>
          </c:marker>
          <c:xVal>
            <c:numRef>
              <c:f>Order!$AL$10:$AL$75</c:f>
              <c:numCache>
                <c:formatCode>General</c:formatCode>
                <c:ptCount val="66"/>
                <c:pt idx="0">
                  <c:v>0.43934975901351581</c:v>
                </c:pt>
                <c:pt idx="1">
                  <c:v>0.46691545667025525</c:v>
                </c:pt>
                <c:pt idx="2">
                  <c:v>0.42965403373972222</c:v>
                </c:pt>
                <c:pt idx="3">
                  <c:v>0.50230739839787275</c:v>
                </c:pt>
                <c:pt idx="4">
                  <c:v>0.49606339800044108</c:v>
                </c:pt>
                <c:pt idx="5">
                  <c:v>0.53512813014670868</c:v>
                </c:pt>
                <c:pt idx="6">
                  <c:v>0.48890676410182043</c:v>
                </c:pt>
                <c:pt idx="7">
                  <c:v>0.53974804559199607</c:v>
                </c:pt>
                <c:pt idx="8">
                  <c:v>0.43381185270543748</c:v>
                </c:pt>
                <c:pt idx="9">
                  <c:v>0.51346903710396674</c:v>
                </c:pt>
                <c:pt idx="10">
                  <c:v>0.46047662360411656</c:v>
                </c:pt>
                <c:pt idx="11">
                  <c:v>0.51109751555192307</c:v>
                </c:pt>
                <c:pt idx="12">
                  <c:v>0.568423477669729</c:v>
                </c:pt>
                <c:pt idx="13">
                  <c:v>0.56947293793595255</c:v>
                </c:pt>
                <c:pt idx="14">
                  <c:v>0.3547706909539094</c:v>
                </c:pt>
                <c:pt idx="15">
                  <c:v>0.54359887543532204</c:v>
                </c:pt>
                <c:pt idx="16">
                  <c:v>0.38379699048252247</c:v>
                </c:pt>
                <c:pt idx="17">
                  <c:v>0.82084186664956094</c:v>
                </c:pt>
                <c:pt idx="18">
                  <c:v>0.50402868026417003</c:v>
                </c:pt>
                <c:pt idx="19">
                  <c:v>0.52950415750198399</c:v>
                </c:pt>
                <c:pt idx="20">
                  <c:v>0.4046811625034249</c:v>
                </c:pt>
                <c:pt idx="21">
                  <c:v>0.4551986921323331</c:v>
                </c:pt>
                <c:pt idx="22">
                  <c:v>0.46943079207004978</c:v>
                </c:pt>
                <c:pt idx="23">
                  <c:v>0.39807061163224516</c:v>
                </c:pt>
                <c:pt idx="24">
                  <c:v>0.4312619730248311</c:v>
                </c:pt>
                <c:pt idx="25">
                  <c:v>0.4384125957268013</c:v>
                </c:pt>
                <c:pt idx="26">
                  <c:v>0.39271856912048408</c:v>
                </c:pt>
                <c:pt idx="27">
                  <c:v>0.43941066884412139</c:v>
                </c:pt>
                <c:pt idx="28">
                  <c:v>0.40094149863718248</c:v>
                </c:pt>
                <c:pt idx="29">
                  <c:v>0.35839719786773855</c:v>
                </c:pt>
                <c:pt idx="30">
                  <c:v>0.41410972778269989</c:v>
                </c:pt>
                <c:pt idx="31">
                  <c:v>0.37340209586563811</c:v>
                </c:pt>
                <c:pt idx="32">
                  <c:v>0.40044644497202664</c:v>
                </c:pt>
                <c:pt idx="33">
                  <c:v>0.41053200060934791</c:v>
                </c:pt>
                <c:pt idx="34">
                  <c:v>0.41810356556407174</c:v>
                </c:pt>
                <c:pt idx="35">
                  <c:v>0.4388868469368723</c:v>
                </c:pt>
                <c:pt idx="36">
                  <c:v>0.4343694496066311</c:v>
                </c:pt>
                <c:pt idx="37">
                  <c:v>0.41359512030270218</c:v>
                </c:pt>
                <c:pt idx="38">
                  <c:v>0.59845680480989205</c:v>
                </c:pt>
                <c:pt idx="39">
                  <c:v>-2.1282399746879163E-2</c:v>
                </c:pt>
                <c:pt idx="40">
                  <c:v>0.43841325939841957</c:v>
                </c:pt>
                <c:pt idx="41">
                  <c:v>0.38340504889381921</c:v>
                </c:pt>
                <c:pt idx="42">
                  <c:v>0.35367894768059782</c:v>
                </c:pt>
                <c:pt idx="43">
                  <c:v>0.43318780337997298</c:v>
                </c:pt>
                <c:pt idx="44">
                  <c:v>0.48967866303840535</c:v>
                </c:pt>
                <c:pt idx="45">
                  <c:v>0.46255483382973062</c:v>
                </c:pt>
                <c:pt idx="46">
                  <c:v>0.43089977841115923</c:v>
                </c:pt>
                <c:pt idx="47">
                  <c:v>0.38872526658273804</c:v>
                </c:pt>
                <c:pt idx="48">
                  <c:v>0.49572209782031568</c:v>
                </c:pt>
                <c:pt idx="49">
                  <c:v>0.46562331178755312</c:v>
                </c:pt>
                <c:pt idx="50">
                  <c:v>0.38874645365223026</c:v>
                </c:pt>
                <c:pt idx="51">
                  <c:v>0.39793766709604783</c:v>
                </c:pt>
                <c:pt idx="52">
                  <c:v>0.37705390578877085</c:v>
                </c:pt>
                <c:pt idx="53">
                  <c:v>0.42698010147593457</c:v>
                </c:pt>
                <c:pt idx="54">
                  <c:v>0.43526760003190157</c:v>
                </c:pt>
                <c:pt idx="55">
                  <c:v>0.37469912026149521</c:v>
                </c:pt>
                <c:pt idx="56">
                  <c:v>0.53969522838161688</c:v>
                </c:pt>
                <c:pt idx="57">
                  <c:v>0.43658072434594219</c:v>
                </c:pt>
                <c:pt idx="58">
                  <c:v>0.50118955412364807</c:v>
                </c:pt>
                <c:pt idx="59">
                  <c:v>0.51091730465147545</c:v>
                </c:pt>
                <c:pt idx="60">
                  <c:v>0.55709779152323002</c:v>
                </c:pt>
                <c:pt idx="61">
                  <c:v>0.50320124612852235</c:v>
                </c:pt>
                <c:pt idx="62">
                  <c:v>0.49567609182192063</c:v>
                </c:pt>
                <c:pt idx="63">
                  <c:v>0.4466775925523509</c:v>
                </c:pt>
                <c:pt idx="64">
                  <c:v>0.50311903736846586</c:v>
                </c:pt>
                <c:pt idx="65">
                  <c:v>0.40886200652833798</c:v>
                </c:pt>
              </c:numCache>
            </c:numRef>
          </c:xVal>
          <c:yVal>
            <c:numRef>
              <c:f>Order!$L$10:$L$75</c:f>
              <c:numCache>
                <c:formatCode>General</c:formatCode>
                <c:ptCount val="66"/>
                <c:pt idx="0">
                  <c:v>55.589999999999996</c:v>
                </c:pt>
                <c:pt idx="1">
                  <c:v>56.68</c:v>
                </c:pt>
                <c:pt idx="2">
                  <c:v>59.89</c:v>
                </c:pt>
                <c:pt idx="3">
                  <c:v>60.89</c:v>
                </c:pt>
                <c:pt idx="4">
                  <c:v>62.59</c:v>
                </c:pt>
                <c:pt idx="5">
                  <c:v>65.844999999999999</c:v>
                </c:pt>
                <c:pt idx="6">
                  <c:v>67.945000000000007</c:v>
                </c:pt>
                <c:pt idx="7">
                  <c:v>69.489999999999995</c:v>
                </c:pt>
                <c:pt idx="8">
                  <c:v>70.58</c:v>
                </c:pt>
                <c:pt idx="9">
                  <c:v>71.510000000000005</c:v>
                </c:pt>
                <c:pt idx="10">
                  <c:v>72.48</c:v>
                </c:pt>
                <c:pt idx="11">
                  <c:v>80.559999999999988</c:v>
                </c:pt>
                <c:pt idx="12">
                  <c:v>88.14</c:v>
                </c:pt>
                <c:pt idx="13">
                  <c:v>89.61999999999999</c:v>
                </c:pt>
                <c:pt idx="14">
                  <c:v>92.72999999999999</c:v>
                </c:pt>
                <c:pt idx="15">
                  <c:v>94.089999999999989</c:v>
                </c:pt>
                <c:pt idx="16">
                  <c:v>95.589999999999989</c:v>
                </c:pt>
                <c:pt idx="17">
                  <c:v>124.92</c:v>
                </c:pt>
                <c:pt idx="18">
                  <c:v>142.57000000000002</c:v>
                </c:pt>
                <c:pt idx="19">
                  <c:v>143.59</c:v>
                </c:pt>
                <c:pt idx="20">
                  <c:v>193.26</c:v>
                </c:pt>
                <c:pt idx="21">
                  <c:v>194.17</c:v>
                </c:pt>
                <c:pt idx="22">
                  <c:v>195.59</c:v>
                </c:pt>
                <c:pt idx="23">
                  <c:v>215.72</c:v>
                </c:pt>
                <c:pt idx="24">
                  <c:v>216.49</c:v>
                </c:pt>
                <c:pt idx="25">
                  <c:v>216.45000000000002</c:v>
                </c:pt>
                <c:pt idx="26">
                  <c:v>218.61</c:v>
                </c:pt>
                <c:pt idx="27">
                  <c:v>220.23</c:v>
                </c:pt>
                <c:pt idx="28">
                  <c:v>221.62</c:v>
                </c:pt>
                <c:pt idx="29">
                  <c:v>224.62</c:v>
                </c:pt>
                <c:pt idx="30">
                  <c:v>224.74</c:v>
                </c:pt>
                <c:pt idx="31">
                  <c:v>227.52500000000001</c:v>
                </c:pt>
                <c:pt idx="32">
                  <c:v>228.32000000000002</c:v>
                </c:pt>
                <c:pt idx="33">
                  <c:v>229.27</c:v>
                </c:pt>
                <c:pt idx="34">
                  <c:v>233.35</c:v>
                </c:pt>
                <c:pt idx="35">
                  <c:v>235.62</c:v>
                </c:pt>
                <c:pt idx="36">
                  <c:v>235.62</c:v>
                </c:pt>
                <c:pt idx="37">
                  <c:v>243.12</c:v>
                </c:pt>
                <c:pt idx="38">
                  <c:v>244.09</c:v>
                </c:pt>
                <c:pt idx="39">
                  <c:v>245.61</c:v>
                </c:pt>
                <c:pt idx="40">
                  <c:v>264.24</c:v>
                </c:pt>
                <c:pt idx="41">
                  <c:v>265.08</c:v>
                </c:pt>
                <c:pt idx="42">
                  <c:v>269.78999999999996</c:v>
                </c:pt>
                <c:pt idx="43">
                  <c:v>284.52</c:v>
                </c:pt>
                <c:pt idx="44">
                  <c:v>286.28999999999996</c:v>
                </c:pt>
                <c:pt idx="45">
                  <c:v>295.49</c:v>
                </c:pt>
                <c:pt idx="46">
                  <c:v>304.58999999999997</c:v>
                </c:pt>
                <c:pt idx="47">
                  <c:v>304.58999999999997</c:v>
                </c:pt>
                <c:pt idx="48">
                  <c:v>309.58999999999997</c:v>
                </c:pt>
                <c:pt idx="49">
                  <c:v>311.35999999999996</c:v>
                </c:pt>
                <c:pt idx="50">
                  <c:v>312.34999999999997</c:v>
                </c:pt>
                <c:pt idx="51">
                  <c:v>314.29999999999995</c:v>
                </c:pt>
                <c:pt idx="52">
                  <c:v>316.2</c:v>
                </c:pt>
                <c:pt idx="53">
                  <c:v>317.39999999999998</c:v>
                </c:pt>
                <c:pt idx="54">
                  <c:v>320.64999999999998</c:v>
                </c:pt>
                <c:pt idx="55">
                  <c:v>322.45999999999998</c:v>
                </c:pt>
                <c:pt idx="56">
                  <c:v>91.11</c:v>
                </c:pt>
                <c:pt idx="57">
                  <c:v>73.425000000000011</c:v>
                </c:pt>
                <c:pt idx="58">
                  <c:v>75.760000000000005</c:v>
                </c:pt>
                <c:pt idx="59">
                  <c:v>77.649999999999991</c:v>
                </c:pt>
                <c:pt idx="60">
                  <c:v>83.61</c:v>
                </c:pt>
                <c:pt idx="61">
                  <c:v>86.91</c:v>
                </c:pt>
                <c:pt idx="62">
                  <c:v>131.10999999999999</c:v>
                </c:pt>
                <c:pt idx="63">
                  <c:v>138.56</c:v>
                </c:pt>
                <c:pt idx="64">
                  <c:v>141.59</c:v>
                </c:pt>
                <c:pt idx="65">
                  <c:v>296.04000000000002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FF4-4336-BA9A-DBE8C4D0F86A}"/>
            </c:ext>
          </c:extLst>
        </c:ser>
        <c:ser>
          <c:idx val="3"/>
          <c:order val="3"/>
          <c:tx>
            <c:v>Sand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6350">
                <a:noFill/>
              </a:ln>
              <a:effectLst/>
            </c:spPr>
          </c:marker>
          <c:xVal>
            <c:numRef>
              <c:f>Order!$AL$76:$AL$171</c:f>
              <c:numCache>
                <c:formatCode>General</c:formatCode>
                <c:ptCount val="96"/>
                <c:pt idx="0">
                  <c:v>0.39069926617873157</c:v>
                </c:pt>
                <c:pt idx="1">
                  <c:v>0.34059234866232591</c:v>
                </c:pt>
                <c:pt idx="2">
                  <c:v>0.32071350589980369</c:v>
                </c:pt>
                <c:pt idx="3">
                  <c:v>0.38866029959853626</c:v>
                </c:pt>
                <c:pt idx="4">
                  <c:v>0.38399564745462283</c:v>
                </c:pt>
                <c:pt idx="5">
                  <c:v>0.5549424152308795</c:v>
                </c:pt>
                <c:pt idx="6">
                  <c:v>0.3659759529443341</c:v>
                </c:pt>
                <c:pt idx="7">
                  <c:v>0.34721494501152267</c:v>
                </c:pt>
                <c:pt idx="8">
                  <c:v>0.37645895590144623</c:v>
                </c:pt>
                <c:pt idx="9">
                  <c:v>0.34191368188521803</c:v>
                </c:pt>
                <c:pt idx="10">
                  <c:v>0.5395082781842413</c:v>
                </c:pt>
                <c:pt idx="11">
                  <c:v>0.32385164739196437</c:v>
                </c:pt>
                <c:pt idx="12">
                  <c:v>0.35461403483581821</c:v>
                </c:pt>
                <c:pt idx="13">
                  <c:v>0.36862020661617229</c:v>
                </c:pt>
                <c:pt idx="14">
                  <c:v>0.43035960382660926</c:v>
                </c:pt>
                <c:pt idx="15">
                  <c:v>0.32891425970751575</c:v>
                </c:pt>
                <c:pt idx="16">
                  <c:v>0.28686663917379962</c:v>
                </c:pt>
                <c:pt idx="17">
                  <c:v>0.36585054507648224</c:v>
                </c:pt>
                <c:pt idx="18">
                  <c:v>0.34680612574077846</c:v>
                </c:pt>
                <c:pt idx="19">
                  <c:v>0.32645333009885419</c:v>
                </c:pt>
                <c:pt idx="20">
                  <c:v>0.27210373269408838</c:v>
                </c:pt>
                <c:pt idx="21">
                  <c:v>0.4083743594270241</c:v>
                </c:pt>
                <c:pt idx="22">
                  <c:v>0.43649313669309148</c:v>
                </c:pt>
                <c:pt idx="23">
                  <c:v>0.42294288667065483</c:v>
                </c:pt>
                <c:pt idx="24">
                  <c:v>0.38102488682085967</c:v>
                </c:pt>
                <c:pt idx="25">
                  <c:v>0.41205251303359225</c:v>
                </c:pt>
                <c:pt idx="26">
                  <c:v>0.37817454414993923</c:v>
                </c:pt>
                <c:pt idx="27">
                  <c:v>0.43157729397936456</c:v>
                </c:pt>
                <c:pt idx="28">
                  <c:v>0.44033747257228173</c:v>
                </c:pt>
                <c:pt idx="29">
                  <c:v>0.40693485363540954</c:v>
                </c:pt>
                <c:pt idx="30">
                  <c:v>0.41424747166535864</c:v>
                </c:pt>
                <c:pt idx="31">
                  <c:v>0.41259142122045367</c:v>
                </c:pt>
                <c:pt idx="32">
                  <c:v>0.32142582633555628</c:v>
                </c:pt>
                <c:pt idx="33">
                  <c:v>0.34054946685788978</c:v>
                </c:pt>
                <c:pt idx="34">
                  <c:v>0.45499451476974967</c:v>
                </c:pt>
                <c:pt idx="35">
                  <c:v>0.51379230220776206</c:v>
                </c:pt>
                <c:pt idx="36">
                  <c:v>0.55594239038240056</c:v>
                </c:pt>
                <c:pt idx="37">
                  <c:v>0.52624832631363261</c:v>
                </c:pt>
                <c:pt idx="38">
                  <c:v>0.3154263028967455</c:v>
                </c:pt>
                <c:pt idx="39">
                  <c:v>0.4004233232594655</c:v>
                </c:pt>
                <c:pt idx="40">
                  <c:v>0.44478397090545191</c:v>
                </c:pt>
                <c:pt idx="41">
                  <c:v>0.45780084289468975</c:v>
                </c:pt>
                <c:pt idx="42">
                  <c:v>0.4211372647309245</c:v>
                </c:pt>
                <c:pt idx="43">
                  <c:v>0.41470407987993085</c:v>
                </c:pt>
                <c:pt idx="44">
                  <c:v>0.441484977191966</c:v>
                </c:pt>
                <c:pt idx="45">
                  <c:v>0.35828699576700102</c:v>
                </c:pt>
                <c:pt idx="46">
                  <c:v>0.35831973785254312</c:v>
                </c:pt>
                <c:pt idx="47">
                  <c:v>0.36514553392687854</c:v>
                </c:pt>
                <c:pt idx="48">
                  <c:v>0.50165328914320606</c:v>
                </c:pt>
                <c:pt idx="49">
                  <c:v>0.40048447189239095</c:v>
                </c:pt>
                <c:pt idx="50">
                  <c:v>0.41893205997507821</c:v>
                </c:pt>
                <c:pt idx="51">
                  <c:v>0.3365626763012895</c:v>
                </c:pt>
                <c:pt idx="52">
                  <c:v>0.4242458949931559</c:v>
                </c:pt>
                <c:pt idx="53">
                  <c:v>0.42202523640472772</c:v>
                </c:pt>
                <c:pt idx="54">
                  <c:v>0.43978099643013169</c:v>
                </c:pt>
                <c:pt idx="55">
                  <c:v>0.50380162516432081</c:v>
                </c:pt>
                <c:pt idx="56">
                  <c:v>0.43688182944166803</c:v>
                </c:pt>
                <c:pt idx="57">
                  <c:v>0.37752713250738479</c:v>
                </c:pt>
                <c:pt idx="58">
                  <c:v>0.40138060442266932</c:v>
                </c:pt>
                <c:pt idx="59">
                  <c:v>0.42440585724469071</c:v>
                </c:pt>
                <c:pt idx="60">
                  <c:v>0.34476752271512717</c:v>
                </c:pt>
                <c:pt idx="61">
                  <c:v>0.34110309952999318</c:v>
                </c:pt>
                <c:pt idx="62">
                  <c:v>0.34609024029263291</c:v>
                </c:pt>
                <c:pt idx="63">
                  <c:v>0.34574341979691831</c:v>
                </c:pt>
                <c:pt idx="64">
                  <c:v>0.39874479098611898</c:v>
                </c:pt>
                <c:pt idx="65">
                  <c:v>0.37299464331187421</c:v>
                </c:pt>
                <c:pt idx="66">
                  <c:v>0.40659741866350219</c:v>
                </c:pt>
                <c:pt idx="67">
                  <c:v>0.29435670652110368</c:v>
                </c:pt>
                <c:pt idx="68">
                  <c:v>0.3514954462403474</c:v>
                </c:pt>
                <c:pt idx="69">
                  <c:v>0.35760613400272107</c:v>
                </c:pt>
                <c:pt idx="70">
                  <c:v>0.38029148985119138</c:v>
                </c:pt>
                <c:pt idx="71">
                  <c:v>0.39763713530139894</c:v>
                </c:pt>
                <c:pt idx="72">
                  <c:v>0.4221906106194247</c:v>
                </c:pt>
                <c:pt idx="73">
                  <c:v>0.41703320542081768</c:v>
                </c:pt>
                <c:pt idx="74">
                  <c:v>0.40473130428553883</c:v>
                </c:pt>
                <c:pt idx="75">
                  <c:v>0.43096355402910319</c:v>
                </c:pt>
                <c:pt idx="76">
                  <c:v>0.31808423090788651</c:v>
                </c:pt>
                <c:pt idx="77">
                  <c:v>0.53941857494174417</c:v>
                </c:pt>
                <c:pt idx="78">
                  <c:v>0.35765586246391112</c:v>
                </c:pt>
                <c:pt idx="79">
                  <c:v>0.30625730418759378</c:v>
                </c:pt>
                <c:pt idx="80">
                  <c:v>0.384526289511256</c:v>
                </c:pt>
                <c:pt idx="81">
                  <c:v>0.27487396920344587</c:v>
                </c:pt>
                <c:pt idx="82">
                  <c:v>0.28818329304651769</c:v>
                </c:pt>
                <c:pt idx="83">
                  <c:v>0.32296613693818071</c:v>
                </c:pt>
                <c:pt idx="84">
                  <c:v>0.32327396415594173</c:v>
                </c:pt>
                <c:pt idx="85">
                  <c:v>0.28190460578666715</c:v>
                </c:pt>
                <c:pt idx="86">
                  <c:v>0.3309694333969157</c:v>
                </c:pt>
                <c:pt idx="87">
                  <c:v>0.33720417081278514</c:v>
                </c:pt>
                <c:pt idx="88">
                  <c:v>0.34240204600538182</c:v>
                </c:pt>
                <c:pt idx="89">
                  <c:v>0.42567715318850174</c:v>
                </c:pt>
                <c:pt idx="90">
                  <c:v>0.37471834286832284</c:v>
                </c:pt>
                <c:pt idx="91">
                  <c:v>0.43099311297445869</c:v>
                </c:pt>
                <c:pt idx="92">
                  <c:v>0.35712706503498076</c:v>
                </c:pt>
                <c:pt idx="93">
                  <c:v>0.35030346997198325</c:v>
                </c:pt>
                <c:pt idx="94">
                  <c:v>0.37606646979533742</c:v>
                </c:pt>
                <c:pt idx="95">
                  <c:v>0.46649001084553526</c:v>
                </c:pt>
              </c:numCache>
            </c:numRef>
          </c:xVal>
          <c:yVal>
            <c:numRef>
              <c:f>Order!$L$76:$L$171</c:f>
              <c:numCache>
                <c:formatCode>General</c:formatCode>
                <c:ptCount val="96"/>
                <c:pt idx="0">
                  <c:v>20.470000000000002</c:v>
                </c:pt>
                <c:pt idx="1">
                  <c:v>21.39</c:v>
                </c:pt>
                <c:pt idx="2">
                  <c:v>24.59</c:v>
                </c:pt>
                <c:pt idx="3">
                  <c:v>115.58999999999999</c:v>
                </c:pt>
                <c:pt idx="4">
                  <c:v>120.74</c:v>
                </c:pt>
                <c:pt idx="5">
                  <c:v>121.94999999999999</c:v>
                </c:pt>
                <c:pt idx="6">
                  <c:v>122.5</c:v>
                </c:pt>
                <c:pt idx="7">
                  <c:v>153.77000000000001</c:v>
                </c:pt>
                <c:pt idx="8">
                  <c:v>158.87</c:v>
                </c:pt>
                <c:pt idx="9">
                  <c:v>160.85999999999999</c:v>
                </c:pt>
                <c:pt idx="10">
                  <c:v>178.26999999999998</c:v>
                </c:pt>
                <c:pt idx="11">
                  <c:v>191.76</c:v>
                </c:pt>
                <c:pt idx="12">
                  <c:v>203.59</c:v>
                </c:pt>
                <c:pt idx="13">
                  <c:v>213.06</c:v>
                </c:pt>
                <c:pt idx="14">
                  <c:v>238.62</c:v>
                </c:pt>
                <c:pt idx="15">
                  <c:v>249.13</c:v>
                </c:pt>
                <c:pt idx="16">
                  <c:v>251.94</c:v>
                </c:pt>
                <c:pt idx="17">
                  <c:v>254.51</c:v>
                </c:pt>
                <c:pt idx="18">
                  <c:v>259.89999999999998</c:v>
                </c:pt>
                <c:pt idx="19">
                  <c:v>262.2</c:v>
                </c:pt>
                <c:pt idx="20">
                  <c:v>281.58999999999997</c:v>
                </c:pt>
                <c:pt idx="21">
                  <c:v>305.58999999999997</c:v>
                </c:pt>
                <c:pt idx="22">
                  <c:v>0.55000000000000004</c:v>
                </c:pt>
                <c:pt idx="23">
                  <c:v>2.59</c:v>
                </c:pt>
                <c:pt idx="24">
                  <c:v>7.53</c:v>
                </c:pt>
                <c:pt idx="25">
                  <c:v>9.65</c:v>
                </c:pt>
                <c:pt idx="26">
                  <c:v>11.83</c:v>
                </c:pt>
                <c:pt idx="27">
                  <c:v>12.590000000000002</c:v>
                </c:pt>
                <c:pt idx="28">
                  <c:v>14.96</c:v>
                </c:pt>
                <c:pt idx="29">
                  <c:v>17.61</c:v>
                </c:pt>
                <c:pt idx="30">
                  <c:v>46.81</c:v>
                </c:pt>
                <c:pt idx="31">
                  <c:v>51.88</c:v>
                </c:pt>
                <c:pt idx="32">
                  <c:v>104.66</c:v>
                </c:pt>
                <c:pt idx="33">
                  <c:v>107.33</c:v>
                </c:pt>
                <c:pt idx="34">
                  <c:v>128.51000000000002</c:v>
                </c:pt>
                <c:pt idx="35">
                  <c:v>133.97999999999999</c:v>
                </c:pt>
                <c:pt idx="36">
                  <c:v>146.74</c:v>
                </c:pt>
                <c:pt idx="37">
                  <c:v>148.62</c:v>
                </c:pt>
                <c:pt idx="38">
                  <c:v>164.8</c:v>
                </c:pt>
                <c:pt idx="39">
                  <c:v>170.78</c:v>
                </c:pt>
                <c:pt idx="40">
                  <c:v>197.59</c:v>
                </c:pt>
                <c:pt idx="41">
                  <c:v>225.74</c:v>
                </c:pt>
                <c:pt idx="42">
                  <c:v>240.62</c:v>
                </c:pt>
                <c:pt idx="43">
                  <c:v>277.82</c:v>
                </c:pt>
                <c:pt idx="44">
                  <c:v>306.82</c:v>
                </c:pt>
                <c:pt idx="45">
                  <c:v>5.45</c:v>
                </c:pt>
                <c:pt idx="46">
                  <c:v>26.27</c:v>
                </c:pt>
                <c:pt idx="47">
                  <c:v>28.05</c:v>
                </c:pt>
                <c:pt idx="48">
                  <c:v>33.510000000000005</c:v>
                </c:pt>
                <c:pt idx="49">
                  <c:v>35.190000000000005</c:v>
                </c:pt>
                <c:pt idx="50">
                  <c:v>37.17</c:v>
                </c:pt>
                <c:pt idx="51">
                  <c:v>41.760000000000005</c:v>
                </c:pt>
                <c:pt idx="52">
                  <c:v>47.61</c:v>
                </c:pt>
                <c:pt idx="53">
                  <c:v>53.99</c:v>
                </c:pt>
                <c:pt idx="54">
                  <c:v>126.27</c:v>
                </c:pt>
                <c:pt idx="55">
                  <c:v>155.6</c:v>
                </c:pt>
                <c:pt idx="56">
                  <c:v>155.595</c:v>
                </c:pt>
                <c:pt idx="57">
                  <c:v>157.75</c:v>
                </c:pt>
                <c:pt idx="58">
                  <c:v>161.16</c:v>
                </c:pt>
                <c:pt idx="59">
                  <c:v>167.92</c:v>
                </c:pt>
                <c:pt idx="60">
                  <c:v>173.4</c:v>
                </c:pt>
                <c:pt idx="61">
                  <c:v>183.31</c:v>
                </c:pt>
                <c:pt idx="62">
                  <c:v>185.79999999999998</c:v>
                </c:pt>
                <c:pt idx="63">
                  <c:v>200.39000000000001</c:v>
                </c:pt>
                <c:pt idx="64">
                  <c:v>205.66</c:v>
                </c:pt>
                <c:pt idx="65">
                  <c:v>208.09</c:v>
                </c:pt>
                <c:pt idx="66">
                  <c:v>210.71</c:v>
                </c:pt>
                <c:pt idx="67">
                  <c:v>247.94</c:v>
                </c:pt>
                <c:pt idx="68">
                  <c:v>270.64000000000004</c:v>
                </c:pt>
                <c:pt idx="69">
                  <c:v>273.73</c:v>
                </c:pt>
                <c:pt idx="70">
                  <c:v>276.11</c:v>
                </c:pt>
                <c:pt idx="71">
                  <c:v>280.12</c:v>
                </c:pt>
                <c:pt idx="72">
                  <c:v>290.94499999999999</c:v>
                </c:pt>
                <c:pt idx="73">
                  <c:v>297.28999999999996</c:v>
                </c:pt>
                <c:pt idx="74">
                  <c:v>298.39</c:v>
                </c:pt>
                <c:pt idx="75">
                  <c:v>300.58999999999997</c:v>
                </c:pt>
                <c:pt idx="76">
                  <c:v>328.88</c:v>
                </c:pt>
                <c:pt idx="77">
                  <c:v>126.86</c:v>
                </c:pt>
                <c:pt idx="78">
                  <c:v>208.32</c:v>
                </c:pt>
                <c:pt idx="79">
                  <c:v>24.16</c:v>
                </c:pt>
                <c:pt idx="80">
                  <c:v>50.34</c:v>
                </c:pt>
                <c:pt idx="81">
                  <c:v>98.94</c:v>
                </c:pt>
                <c:pt idx="82">
                  <c:v>102.71</c:v>
                </c:pt>
                <c:pt idx="83">
                  <c:v>103.32</c:v>
                </c:pt>
                <c:pt idx="84">
                  <c:v>113.28999999999999</c:v>
                </c:pt>
                <c:pt idx="85">
                  <c:v>117.28</c:v>
                </c:pt>
                <c:pt idx="86">
                  <c:v>124.23</c:v>
                </c:pt>
                <c:pt idx="87">
                  <c:v>163</c:v>
                </c:pt>
                <c:pt idx="88">
                  <c:v>175.92000000000002</c:v>
                </c:pt>
                <c:pt idx="89">
                  <c:v>180.63</c:v>
                </c:pt>
                <c:pt idx="90">
                  <c:v>257.39999999999998</c:v>
                </c:pt>
                <c:pt idx="91">
                  <c:v>266.81</c:v>
                </c:pt>
                <c:pt idx="92">
                  <c:v>288.27</c:v>
                </c:pt>
                <c:pt idx="93">
                  <c:v>292.45999999999998</c:v>
                </c:pt>
                <c:pt idx="94">
                  <c:v>324.46999999999997</c:v>
                </c:pt>
                <c:pt idx="95">
                  <c:v>150.62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FF4-4336-BA9A-DBE8C4D0F86A}"/>
            </c:ext>
          </c:extLst>
        </c:ser>
        <c:ser>
          <c:idx val="4"/>
          <c:order val="4"/>
          <c:tx>
            <c:v>Silt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4"/>
              </a:solidFill>
              <a:ln w="6350">
                <a:noFill/>
              </a:ln>
              <a:effectLst/>
            </c:spPr>
          </c:marker>
          <c:xVal>
            <c:numRef>
              <c:f>Order!$AL$172:$AL$176</c:f>
              <c:numCache>
                <c:formatCode>General</c:formatCode>
                <c:ptCount val="5"/>
                <c:pt idx="0">
                  <c:v>0.52254781932891525</c:v>
                </c:pt>
                <c:pt idx="1">
                  <c:v>0.39198699098103584</c:v>
                </c:pt>
                <c:pt idx="2">
                  <c:v>0.52195548787511181</c:v>
                </c:pt>
                <c:pt idx="3">
                  <c:v>0.47279697143507426</c:v>
                </c:pt>
                <c:pt idx="4">
                  <c:v>0.392580471580527</c:v>
                </c:pt>
              </c:numCache>
            </c:numRef>
          </c:xVal>
          <c:yVal>
            <c:numRef>
              <c:f>Order!$L$172:$L$176</c:f>
              <c:numCache>
                <c:formatCode>General</c:formatCode>
                <c:ptCount val="5"/>
                <c:pt idx="0">
                  <c:v>39.03</c:v>
                </c:pt>
                <c:pt idx="1">
                  <c:v>59.39</c:v>
                </c:pt>
                <c:pt idx="2">
                  <c:v>136.62</c:v>
                </c:pt>
                <c:pt idx="3">
                  <c:v>198.26</c:v>
                </c:pt>
                <c:pt idx="4">
                  <c:v>189.01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FF4-4336-BA9A-DBE8C4D0F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8822191"/>
        <c:axId val="1208832271"/>
      </c:scatterChart>
      <c:valAx>
        <c:axId val="1208822191"/>
        <c:scaling>
          <c:orientation val="minMax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Porosity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08832271"/>
        <c:crosses val="autoZero"/>
        <c:crossBetween val="midCat"/>
      </c:valAx>
      <c:valAx>
        <c:axId val="1208832271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Depth m.b.s.f.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out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088221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Sort!$AL$2:$AL$4</cx:f>
        <cx:lvl ptCount="3" formatCode="G/標準">
          <cx:pt idx="0">0.24205216254497783</cx:pt>
          <cx:pt idx="1">0.34996316953639589</cx:pt>
          <cx:pt idx="2">0.30902750867295548</cx:pt>
        </cx:lvl>
      </cx:numDim>
    </cx:data>
    <cx:data id="1">
      <cx:numDim type="val">
        <cx:f>Sort!$AL$5:$AL$109</cx:f>
        <cx:lvl ptCount="105" formatCode="G/標準">
          <cx:pt idx="0">0.37954219176152676</cx:pt>
          <cx:pt idx="1">0.34863609029123843</cx:pt>
          <cx:pt idx="2">0.38337632598933835</cx:pt>
          <cx:pt idx="3">0.43956129372996727</cx:pt>
          <cx:pt idx="4">0.35780856507290215</cx:pt>
          <cx:pt idx="5">0.34324645863049108</cx:pt>
          <cx:pt idx="6">0.36571160442091388</cx:pt>
          <cx:pt idx="7">0.40453146804726092</cx:pt>
          <cx:pt idx="8">0.3192030299949028</cx:pt>
          <cx:pt idx="9">0.33206138563253668</cx:pt>
          <cx:pt idx="10">0.2956039995447608</cx:pt>
          <cx:pt idx="11">0.40306697617231618</cx:pt>
          <cx:pt idx="12">0.37391490782944486</cx:pt>
          <cx:pt idx="13">0.39261995810260591</cx:pt>
          <cx:pt idx="14">0.40429397555798585</cx:pt>
          <cx:pt idx="15">0.33908868209046994</cx:pt>
          <cx:pt idx="16">0.34840582717294277</cx:pt>
          <cx:pt idx="17">0.4234415902230837</cx:pt>
          <cx:pt idx="18">0.33156256640931386</cx:pt>
          <cx:pt idx="19">0.32631342031255761</cx:pt>
          <cx:pt idx="20">0.4363612544035485</cx:pt>
          <cx:pt idx="21">0.41952951184004345</cx:pt>
          <cx:pt idx="22">0.3386176215559118</cx:pt>
          <cx:pt idx="23">0.36866880771031219</cx:pt>
          <cx:pt idx="24">0.44207656612083207</cx:pt>
          <cx:pt idx="25">0.33208884135745315</cx:pt>
          <cx:pt idx="26">0.32797229734921052</cx:pt>
          <cx:pt idx="27">0.39021315112177141</cx:pt>
          <cx:pt idx="28">0.39333308980937959</cx:pt>
          <cx:pt idx="29">0.3850076381768282</cx:pt>
          <cx:pt idx="30">0.42385449719810026</cx:pt>
          <cx:pt idx="31">0.44100833763152081</cx:pt>
          <cx:pt idx="32">0.39530312635404402</cx:pt>
          <cx:pt idx="33">0.28617542368105386</cx:pt>
          <cx:pt idx="34">0.40440718814879134</cx:pt>
          <cx:pt idx="35">0.5627799214171002</cx:pt>
          <cx:pt idx="36">0.36132068604220902</cx:pt>
          <cx:pt idx="37">0.4130408464637762</cx:pt>
          <cx:pt idx="38">0.44410481141909691</cx:pt>
          <cx:pt idx="39">0.46672549169153776</cx:pt>
          <cx:pt idx="40">0.42311014914603262</cx:pt>
          <cx:pt idx="41">0.50890554140187616</cx:pt>
          <cx:pt idx="42">0.49196138488144897</cx:pt>
          <cx:pt idx="43">0.48210815471155838</cx:pt>
          <cx:pt idx="44">0.5010937267393063</cx:pt>
          <cx:pt idx="45">0.4187632308588235</cx:pt>
          <cx:pt idx="46">0.47928114705371644</cx:pt>
          <cx:pt idx="47">0.43959249629638059</cx:pt>
          <cx:pt idx="48">0.43910038795551204</cx:pt>
          <cx:pt idx="49">0.38554564023818899</cx:pt>
          <cx:pt idx="50">0.5671442007252443</cx:pt>
          <cx:pt idx="51">0.57789749796846301</cx:pt>
          <cx:pt idx="52">0.4324202898014915</cx:pt>
          <cx:pt idx="53">0.43643007185524613</cx:pt>
          <cx:pt idx="54">0.55619993648416166</cx:pt>
          <cx:pt idx="55">0.48274915333306073</cx:pt>
          <cx:pt idx="56">0.47453448513506369</cx:pt>
          <cx:pt idx="57">0.34086151930200792</cx:pt>
          <cx:pt idx="58">0.39716197375055701</cx:pt>
          <cx:pt idx="59">0.37049993482947408</cx:pt>
          <cx:pt idx="60">0.4036420959973821</cx:pt>
          <cx:pt idx="61">0.39294953121101284</cx:pt>
          <cx:pt idx="62">0.35089957071551264</cx:pt>
          <cx:pt idx="63">0.33345857160379655</cx:pt>
          <cx:pt idx="64">0.38774970826703431</cx:pt>
          <cx:pt idx="65">0.36432402489601323</cx:pt>
          <cx:pt idx="66">0.33351631774495416</cx:pt>
          <cx:pt idx="67">0.38560856696138174</cx:pt>
          <cx:pt idx="68">0.42714995065655814</cx:pt>
          <cx:pt idx="69">0.41216125619887428</cx:pt>
          <cx:pt idx="70">0.49504503611925926</cx:pt>
          <cx:pt idx="71">0.42754793877479108</cx:pt>
          <cx:pt idx="72">0.46161096651282862</cx:pt>
          <cx:pt idx="73">0.45578011719022893</cx:pt>
          <cx:pt idx="74">0.406062382208773</cx:pt>
          <cx:pt idx="75">0.37331079366844211</cx:pt>
          <cx:pt idx="76">0.35025683690602227</cx:pt>
          <cx:pt idx="77">0.40754122634245832</cx:pt>
          <cx:pt idx="78">0.34126229061961527</cx:pt>
          <cx:pt idx="79">0.39540207494877688</cx:pt>
          <cx:pt idx="80">0.34419563425762012</cx:pt>
          <cx:pt idx="81">0.33491309661867336</cx:pt>
          <cx:pt idx="82">0.30399511623483033</cx:pt>
          <cx:pt idx="83">0.29642500012896211</cx:pt>
          <cx:pt idx="84">0.29727454815420934</cx:pt>
          <cx:pt idx="85">0.36330252360534365</cx:pt>
          <cx:pt idx="86">0.39604194975797735</cx:pt>
          <cx:pt idx="87">0.42887596080115897</cx:pt>
          <cx:pt idx="88">0.32465611469334743</cx:pt>
          <cx:pt idx="89">0.41486213769338065</cx:pt>
          <cx:pt idx="90">0.38735889075555235</cx:pt>
          <cx:pt idx="91">0.40480673529275157</cx:pt>
          <cx:pt idx="92">0.34891201583834613</cx:pt>
          <cx:pt idx="93">0.24128172289958727</cx:pt>
          <cx:pt idx="94">0.40995847439179711</cx:pt>
          <cx:pt idx="95">0.44954087231263634</cx:pt>
          <cx:pt idx="96">0.31187083183809355</cx:pt>
          <cx:pt idx="97">0.22443659732492943</cx:pt>
          <cx:pt idx="98">0.41996876852094261</cx:pt>
          <cx:pt idx="99">0.40964604334843779</cx:pt>
          <cx:pt idx="100">0.23692211719918735</cx:pt>
          <cx:pt idx="101">0.45427853530289081</cx:pt>
          <cx:pt idx="102">0.56443218616946356</cx:pt>
          <cx:pt idx="103">0.6105153971790005</cx:pt>
          <cx:pt idx="104">0.41659262206198161</cx:pt>
        </cx:lvl>
      </cx:numDim>
    </cx:data>
    <cx:data id="2">
      <cx:numDim type="val">
        <cx:f>Sort!$AL$110:$AL$114</cx:f>
        <cx:lvl ptCount="5" formatCode="G/標準">
          <cx:pt idx="0">0.40885639931687995</cx:pt>
          <cx:pt idx="1">0.41026115737446345</cx:pt>
          <cx:pt idx="2">0.55080903275544069</cx:pt>
          <cx:pt idx="3">0.42438633001844184</cx:pt>
          <cx:pt idx="4">0.40363909874251214</cx:pt>
        </cx:lvl>
      </cx:numDim>
    </cx:data>
    <cx:data id="3">
      <cx:numDim type="val">
        <cx:f>Sort!$AL$115:$AL$173</cx:f>
        <cx:lvl ptCount="59" formatCode="G/標準">
          <cx:pt idx="0">0.4181004874501752</cx:pt>
          <cx:pt idx="1">0.40890733392585349</cx:pt>
          <cx:pt idx="2">0.41858324310745521</cx:pt>
          <cx:pt idx="3">0.42851343055783864</cx:pt>
          <cx:pt idx="4">0.47481257027881513</cx:pt>
          <cx:pt idx="5">0.49347354241574826</cx:pt>
          <cx:pt idx="6">0.53979173688461646</cx:pt>
          <cx:pt idx="7">0.48663105242539556</cx:pt>
          <cx:pt idx="8">0.50234588327541863</cx:pt>
          <cx:pt idx="9">0.43670292617657352</cx:pt>
          <cx:pt idx="10">0.48400682325947247</cx:pt>
          <cx:pt idx="11">0.54841101055370167</cx:pt>
          <cx:pt idx="12">0.45311272602282521</cx:pt>
          <cx:pt idx="13">0.46121964646059649</cx:pt>
          <cx:pt idx="14">0.46005746108542067</cx:pt>
          <cx:pt idx="15">0.5058792975381563</cx:pt>
          <cx:pt idx="16">0.44592801900958157</cx:pt>
          <cx:pt idx="17">0.50130609563009854</cx:pt>
          <cx:pt idx="18">0.57123734181952501</cx:pt>
          <cx:pt idx="19">0.42808258556875817</cx:pt>
          <cx:pt idx="20">0.44508372904809984</cx:pt>
          <cx:pt idx="21">0.45054828361072663</cx:pt>
          <cx:pt idx="22">0.48837359012982423</cx:pt>
          <cx:pt idx="23">0.48231687284753078</cx:pt>
          <cx:pt idx="24">0.48973509428980344</cx:pt>
          <cx:pt idx="25">0.43369641330142633</cx:pt>
          <cx:pt idx="26">0.45097771069327208</cx:pt>
          <cx:pt idx="27">0.47385960062084204</cx:pt>
          <cx:pt idx="28">0.40619590508506492</cx:pt>
          <cx:pt idx="29">0.4566930260592757</cx:pt>
          <cx:pt idx="30">0.35502148248722326</cx:pt>
          <cx:pt idx="31">0.38998199900187575</cx:pt>
          <cx:pt idx="32">0.36336261049594576</cx:pt>
          <cx:pt idx="33">0.37367052563282371</cx:pt>
          <cx:pt idx="34">0.38572616575107277</cx:pt>
          <cx:pt idx="35">0.40333297836712051</cx:pt>
          <cx:pt idx="36">0.4183513413560212</cx:pt>
          <cx:pt idx="37">0.36889167166524539</cx:pt>
          <cx:pt idx="38">0.4002395166837403</cx:pt>
          <cx:pt idx="39">0.44076544182997279</cx:pt>
          <cx:pt idx="40">0.48355554720638116</cx:pt>
          <cx:pt idx="41">0.44770217325008899</cx:pt>
          <cx:pt idx="42">0.51318370219361154</cx:pt>
          <cx:pt idx="43">0.43881899430525534</cx:pt>
          <cx:pt idx="44">0.46243801682062846</cx:pt>
          <cx:pt idx="45">0.48959671906541025</cx:pt>
          <cx:pt idx="46">0.37032419777071496</cx:pt>
          <cx:pt idx="47">0.40032618637022527</cx:pt>
          <cx:pt idx="48">0.51929471160676022</cx:pt>
          <cx:pt idx="49">0.47507782899788681</cx:pt>
          <cx:pt idx="50">0.49145362360630901</cx:pt>
          <cx:pt idx="51">0.43747223162946247</cx:pt>
          <cx:pt idx="52">0.56259670082626489</cx:pt>
          <cx:pt idx="53">0.47532019577615797</cx:pt>
          <cx:pt idx="54">0.49037009810067039</cx:pt>
          <cx:pt idx="55">0.52748827055272007</cx:pt>
          <cx:pt idx="56">0.47701737383512521</cx:pt>
          <cx:pt idx="57">0.49402356007221643</cx:pt>
          <cx:pt idx="58">0.49575119565451259</cx:pt>
        </cx:lvl>
      </cx:numDim>
    </cx:data>
    <cx:data id="4">
      <cx:numDim type="val">
        <cx:f>Sort!$AL$174:$AL$183</cx:f>
        <cx:lvl ptCount="10" formatCode="G/標準">
          <cx:pt idx="0">0.35296851627093923</cx:pt>
          <cx:pt idx="1">0.40369403602900977</cx:pt>
          <cx:pt idx="2">0.49521679455785128</cx:pt>
          <cx:pt idx="3">0.50379909500508857</cx:pt>
          <cx:pt idx="4">0.45672949913914829</cx:pt>
          <cx:pt idx="5">0.45627836233271907</cx:pt>
          <cx:pt idx="6">0.50053006604363581</cx:pt>
          <cx:pt idx="7">0.47575791967175673</cx:pt>
          <cx:pt idx="8">0.545706439117847</cx:pt>
          <cx:pt idx="9">0.50592730044801748</cx:pt>
        </cx:lvl>
      </cx:numDim>
    </cx:data>
    <cx:data id="5">
      <cx:numDim type="val">
        <cx:f>Sort!$AL$184:$AL$191</cx:f>
        <cx:lvl ptCount="8" formatCode="G/標準">
          <cx:pt idx="0">0.41169764576584916</cx:pt>
          <cx:pt idx="1">0.42754551147900915</cx:pt>
          <cx:pt idx="2">0.58343856170112207</cx:pt>
          <cx:pt idx="3">0.49619428795059262</cx:pt>
          <cx:pt idx="4">0.51494340645771508</cx:pt>
          <cx:pt idx="5">0.50048612936451409</cx:pt>
          <cx:pt idx="6">0.18342745246107925</cx:pt>
          <cx:pt idx="7">0.45889654196127694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altLang="ja-JP" sz="1200" b="0" i="0" u="none" strike="noStrike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M0111</a:t>
            </a:r>
            <a:endParaRPr lang="ja-JP" altLang="en-US" sz="1200" b="0" i="0" u="none" strike="noStrike" baseline="0" dirty="0">
              <a:solidFill>
                <a:sysClr val="windowText" lastClr="000000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cx:rich>
      </cx:tx>
    </cx:title>
    <cx:plotArea>
      <cx:plotAreaRegion>
        <cx:plotSurface>
          <cx:spPr>
            <a:ln w="19050">
              <a:solidFill>
                <a:schemeClr val="tx1"/>
              </a:solidFill>
            </a:ln>
          </cx:spPr>
        </cx:plotSurface>
        <cx:series layoutId="boxWhisker" uniqueId="{732772CE-B8E6-44D4-8BB5-69FEF99E5EC2}">
          <cx:tx>
            <cx:txData>
              <cx:v>gravel</cx:v>
            </cx:txData>
          </cx:tx>
          <cx:spPr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8B7D-4C72-A9F3-D6ACBFF9F03F}">
          <cx:tx>
            <cx:txData>
              <cx:v>Sand</cx:v>
            </cx:txData>
          </cx:tx>
          <cx:spPr>
            <a:solidFill>
              <a:srgbClr val="FFC000"/>
            </a:solidFill>
            <a:ln w="6350">
              <a:solidFill>
                <a:schemeClr val="tx1"/>
              </a:solidFill>
            </a:ln>
          </cx:spPr>
          <cx:dataId val="1"/>
          <cx:layoutPr>
            <cx:statistics quartileMethod="exclusive"/>
          </cx:layoutPr>
        </cx:series>
        <cx:series layoutId="boxWhisker" uniqueId="{00000002-8B7D-4C72-A9F3-D6ACBFF9F03F}">
          <cx:tx>
            <cx:txData>
              <cx:v>Clay</cx:v>
            </cx:txData>
          </cx:tx>
          <cx:spPr>
            <a:solidFill>
              <a:schemeClr val="accent6"/>
            </a:solidFill>
            <a:ln w="6350">
              <a:solidFill>
                <a:schemeClr val="tx1"/>
              </a:solidFill>
            </a:ln>
          </cx:spPr>
          <cx:dataId val="2"/>
          <cx:layoutPr>
            <cx:statistics quartileMethod="exclusive"/>
          </cx:layoutPr>
        </cx:series>
        <cx:series layoutId="boxWhisker" uniqueId="{00000003-8B7D-4C72-A9F3-D6ACBFF9F03F}">
          <cx:tx>
            <cx:txData>
              <cx:v>mud</cx:v>
            </cx:txData>
          </cx:tx>
          <cx:spPr>
            <a:solidFill>
              <a:schemeClr val="accent1"/>
            </a:solidFill>
            <a:ln w="6350">
              <a:solidFill>
                <a:schemeClr val="tx1"/>
              </a:solidFill>
            </a:ln>
          </cx:spPr>
          <cx:dataId val="3"/>
          <cx:layoutPr>
            <cx:statistics quartileMethod="exclusive"/>
          </cx:layoutPr>
        </cx:series>
        <cx:series layoutId="boxWhisker" uniqueId="{00000004-8B7D-4C72-A9F3-D6ACBFF9F03F}">
          <cx:tx>
            <cx:txData>
              <cx:v>Silt</cx:v>
            </cx:txData>
          </cx:tx>
          <cx:spPr>
            <a:solidFill>
              <a:schemeClr val="accent4"/>
            </a:solidFill>
            <a:ln w="6350">
              <a:solidFill>
                <a:schemeClr val="tx1"/>
              </a:solidFill>
            </a:ln>
          </cx:spPr>
          <cx:dataId val="4"/>
          <cx:layoutPr>
            <cx:statistics quartileMethod="exclusive"/>
          </cx:layoutPr>
        </cx:series>
        <cx:series layoutId="boxWhisker" uniqueId="{00000005-8B7D-4C72-A9F3-D6ACBFF9F03F}">
          <cx:tx>
            <cx:txData>
              <cx:v>Other</cx:v>
            </cx:txData>
          </cx:tx>
          <cx:spPr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/>
              </a:solidFill>
            </a:ln>
          </cx:spPr>
          <cx:dataId val="5"/>
          <cx:layoutPr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 max="0.90000000000000002" min="0.10000000000000001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altLang="ja-JP" sz="900" b="0" i="0" u="none" strike="noStrike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游ゴシック" panose="02110004020202020204"/>
                    <a:ea typeface="游ゴシック" panose="020B0400000000000000" pitchFamily="50" charset="-128"/>
                  </a:rPr>
                  <a:t>Porosity</a:t>
                </a:r>
                <a:endParaRPr lang="ja-JP" altLang="en-US" sz="900" b="0" i="0" u="none" strike="noStrike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游ゴシック" panose="02110004020202020204"/>
                  <a:ea typeface="游ゴシック" panose="020B0400000000000000" pitchFamily="50" charset="-128"/>
                </a:endParaRPr>
              </a:p>
            </cx:rich>
          </cx:tx>
        </cx:title>
        <cx:majorGridlines/>
        <cx:majorTickMarks type="out"/>
        <cx:tickLabels/>
        <cx:spPr>
          <a:ln w="19050">
            <a:solidFill>
              <a:schemeClr val="tx1"/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  <cx:legend pos="r" align="ctr" overlay="0">
      <cx:txPr>
        <a:bodyPr vertOverflow="overflow" horzOverflow="overflow" wrap="square" lIns="0" tIns="0" rIns="0" bIns="0"/>
        <a:lstStyle/>
        <a:p>
          <a:pPr algn="ctr" rtl="0">
            <a:defRPr sz="1200" b="0" i="0">
              <a:solidFill>
                <a:sysClr val="windowText" lastClr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defRPr>
          </a:pPr>
          <a:endParaRPr lang="ja-JP" altLang="en-US" sz="120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Order!$AL$6:$AL$9</cx:f>
        <cx:lvl ptCount="4" formatCode="G/標準">
          <cx:pt idx="0">0.046268918869767021</cx:pt>
          <cx:pt idx="1">0.31398826611728853</cx:pt>
          <cx:pt idx="2">0.42643977586103754</cx:pt>
          <cx:pt idx="3">0.37079427894428107</cx:pt>
        </cx:lvl>
      </cx:numDim>
    </cx:data>
    <cx:data id="1">
      <cx:numDim type="val">
        <cx:f>Order!$AL$76:$AL$171</cx:f>
        <cx:lvl ptCount="96" formatCode="G/標準">
          <cx:pt idx="0">0.39069926617873157</cx:pt>
          <cx:pt idx="1">0.34059234866232591</cx:pt>
          <cx:pt idx="2">0.32071350589980369</cx:pt>
          <cx:pt idx="3">0.38866029959853626</cx:pt>
          <cx:pt idx="4">0.38399564745462283</cx:pt>
          <cx:pt idx="5">0.5549424152308795</cx:pt>
          <cx:pt idx="6">0.3659759529443341</cx:pt>
          <cx:pt idx="7">0.34721494501152267</cx:pt>
          <cx:pt idx="8">0.37645895590144623</cx:pt>
          <cx:pt idx="9">0.34191368188521803</cx:pt>
          <cx:pt idx="10">0.5395082781842413</cx:pt>
          <cx:pt idx="11">0.32385164739196437</cx:pt>
          <cx:pt idx="12">0.35461403483581821</cx:pt>
          <cx:pt idx="13">0.36862020661617229</cx:pt>
          <cx:pt idx="14">0.43035960382660926</cx:pt>
          <cx:pt idx="15">0.32891425970751575</cx:pt>
          <cx:pt idx="16">0.28686663917379962</cx:pt>
          <cx:pt idx="17">0.36585054507648224</cx:pt>
          <cx:pt idx="18">0.34680612574077846</cx:pt>
          <cx:pt idx="19">0.32645333009885419</cx:pt>
          <cx:pt idx="20">0.27210373269408838</cx:pt>
          <cx:pt idx="21">0.4083743594270241</cx:pt>
          <cx:pt idx="22">0.43649313669309148</cx:pt>
          <cx:pt idx="23">0.42294288667065483</cx:pt>
          <cx:pt idx="24">0.38102488682085967</cx:pt>
          <cx:pt idx="25">0.41205251303359225</cx:pt>
          <cx:pt idx="26">0.37817454414993923</cx:pt>
          <cx:pt idx="27">0.43157729397936456</cx:pt>
          <cx:pt idx="28">0.44033747257228173</cx:pt>
          <cx:pt idx="29">0.40693485363540954</cx:pt>
          <cx:pt idx="30">0.41424747166535864</cx:pt>
          <cx:pt idx="31">0.41259142122045367</cx:pt>
          <cx:pt idx="32">0.32142582633555628</cx:pt>
          <cx:pt idx="33">0.34054946685788978</cx:pt>
          <cx:pt idx="34">0.45499451476974967</cx:pt>
          <cx:pt idx="35">0.51379230220776206</cx:pt>
          <cx:pt idx="36">0.55594239038240056</cx:pt>
          <cx:pt idx="37">0.52624832631363261</cx:pt>
          <cx:pt idx="38">0.3154263028967455</cx:pt>
          <cx:pt idx="39">0.4004233232594655</cx:pt>
          <cx:pt idx="40">0.44478397090545191</cx:pt>
          <cx:pt idx="41">0.45780084289468975</cx:pt>
          <cx:pt idx="42">0.4211372647309245</cx:pt>
          <cx:pt idx="43">0.41470407987993085</cx:pt>
          <cx:pt idx="44">0.441484977191966</cx:pt>
          <cx:pt idx="45">0.35828699576700102</cx:pt>
          <cx:pt idx="46">0.35831973785254312</cx:pt>
          <cx:pt idx="47">0.36514553392687854</cx:pt>
          <cx:pt idx="48">0.50165328914320606</cx:pt>
          <cx:pt idx="49">0.40048447189239095</cx:pt>
          <cx:pt idx="50">0.41893205997507821</cx:pt>
          <cx:pt idx="51">0.3365626763012895</cx:pt>
          <cx:pt idx="52">0.4242458949931559</cx:pt>
          <cx:pt idx="53">0.42202523640472772</cx:pt>
          <cx:pt idx="54">0.43978099643013169</cx:pt>
          <cx:pt idx="55">0.50380162516432081</cx:pt>
          <cx:pt idx="56">0.43688182944166803</cx:pt>
          <cx:pt idx="57">0.37752713250738479</cx:pt>
          <cx:pt idx="58">0.40138060442266932</cx:pt>
          <cx:pt idx="59">0.42440585724469071</cx:pt>
          <cx:pt idx="60">0.34476752271512717</cx:pt>
          <cx:pt idx="61">0.34110309952999318</cx:pt>
          <cx:pt idx="62">0.34609024029263291</cx:pt>
          <cx:pt idx="63">0.34574341979691831</cx:pt>
          <cx:pt idx="64">0.39874479098611898</cx:pt>
          <cx:pt idx="65">0.37299464331187421</cx:pt>
          <cx:pt idx="66">0.40659741866350219</cx:pt>
          <cx:pt idx="67">0.29435670652110368</cx:pt>
          <cx:pt idx="68">0.3514954462403474</cx:pt>
          <cx:pt idx="69">0.35760613400272107</cx:pt>
          <cx:pt idx="70">0.38029148985119138</cx:pt>
          <cx:pt idx="71">0.39763713530139894</cx:pt>
          <cx:pt idx="72">0.4221906106194247</cx:pt>
          <cx:pt idx="73">0.41703320542081768</cx:pt>
          <cx:pt idx="74">0.40473130428553883</cx:pt>
          <cx:pt idx="75">0.43096355402910319</cx:pt>
          <cx:pt idx="76">0.31808423090788651</cx:pt>
          <cx:pt idx="77">0.53941857494174417</cx:pt>
          <cx:pt idx="78">0.35765586246391112</cx:pt>
          <cx:pt idx="79">0.30625730418759378</cx:pt>
          <cx:pt idx="80">0.384526289511256</cx:pt>
          <cx:pt idx="81">0.27487396920344587</cx:pt>
          <cx:pt idx="82">0.28818329304651769</cx:pt>
          <cx:pt idx="83">0.32296613693818071</cx:pt>
          <cx:pt idx="84">0.32327396415594173</cx:pt>
          <cx:pt idx="85">0.28190460578666715</cx:pt>
          <cx:pt idx="86">0.3309694333969157</cx:pt>
          <cx:pt idx="87">0.33720417081278514</cx:pt>
          <cx:pt idx="88">0.34240204600538182</cx:pt>
          <cx:pt idx="89">0.42567715318850174</cx:pt>
          <cx:pt idx="90">0.37471834286832284</cx:pt>
          <cx:pt idx="91">0.43099311297445869</cx:pt>
          <cx:pt idx="92">0.35712706503498076</cx:pt>
          <cx:pt idx="93">0.35030346997198325</cx:pt>
          <cx:pt idx="94">0.37606646979533742</cx:pt>
          <cx:pt idx="95">0.46649001084553526</cx:pt>
        </cx:lvl>
      </cx:numDim>
    </cx:data>
    <cx:data id="2">
      <cx:numDim type="val">
        <cx:f>Order!$AL$3:$AL$5</cx:f>
        <cx:lvl ptCount="3" formatCode="G/標準">
          <cx:pt idx="0">0.71678709188468814</cx:pt>
          <cx:pt idx="1">0.47314479211621302</cx:pt>
          <cx:pt idx="2">0.37297471091293155</cx:pt>
        </cx:lvl>
      </cx:numDim>
    </cx:data>
    <cx:data id="3">
      <cx:numDim type="val">
        <cx:f>Order!$AL$10:$AL$75</cx:f>
        <cx:lvl ptCount="66" formatCode="G/標準">
          <cx:pt idx="0">0.43934975901351581</cx:pt>
          <cx:pt idx="1">0.46691545667025525</cx:pt>
          <cx:pt idx="2">0.42965403373972222</cx:pt>
          <cx:pt idx="3">0.50230739839787275</cx:pt>
          <cx:pt idx="4">0.49606339800044108</cx:pt>
          <cx:pt idx="5">0.53512813014670868</cx:pt>
          <cx:pt idx="6">0.48890676410182043</cx:pt>
          <cx:pt idx="7">0.53974804559199607</cx:pt>
          <cx:pt idx="8">0.43381185270543748</cx:pt>
          <cx:pt idx="9">0.51346903710396674</cx:pt>
          <cx:pt idx="10">0.46047662360411656</cx:pt>
          <cx:pt idx="11">0.51109751555192307</cx:pt>
          <cx:pt idx="12">0.568423477669729</cx:pt>
          <cx:pt idx="13">0.56947293793595255</cx:pt>
          <cx:pt idx="14">0.3547706909539094</cx:pt>
          <cx:pt idx="15">0.54359887543532204</cx:pt>
          <cx:pt idx="16">0.38379699048252247</cx:pt>
          <cx:pt idx="17">0.82084186664956094</cx:pt>
          <cx:pt idx="18">0.50402868026417003</cx:pt>
          <cx:pt idx="19">0.52950415750198399</cx:pt>
          <cx:pt idx="20">0.4046811625034249</cx:pt>
          <cx:pt idx="21">0.4551986921323331</cx:pt>
          <cx:pt idx="22">0.46943079207004978</cx:pt>
          <cx:pt idx="23">0.39807061163224516</cx:pt>
          <cx:pt idx="24">0.4312619730248311</cx:pt>
          <cx:pt idx="25">0.4384125957268013</cx:pt>
          <cx:pt idx="26">0.39271856912048408</cx:pt>
          <cx:pt idx="27">0.43941066884412139</cx:pt>
          <cx:pt idx="28">0.40094149863718248</cx:pt>
          <cx:pt idx="29">0.35839719786773855</cx:pt>
          <cx:pt idx="30">0.41410972778269989</cx:pt>
          <cx:pt idx="31">0.37340209586563811</cx:pt>
          <cx:pt idx="32">0.40044644497202664</cx:pt>
          <cx:pt idx="33">0.41053200060934791</cx:pt>
          <cx:pt idx="34">0.41810356556407174</cx:pt>
          <cx:pt idx="35">0.4388868469368723</cx:pt>
          <cx:pt idx="36">0.4343694496066311</cx:pt>
          <cx:pt idx="37">0.41359512030270218</cx:pt>
          <cx:pt idx="38">0.59845680480989205</cx:pt>
          <cx:pt idx="39">-0.021282399746879163</cx:pt>
          <cx:pt idx="40">0.43841325939841957</cx:pt>
          <cx:pt idx="41">0.38340504889381921</cx:pt>
          <cx:pt idx="42">0.35367894768059782</cx:pt>
          <cx:pt idx="43">0.43318780337997298</cx:pt>
          <cx:pt idx="44">0.48967866303840535</cx:pt>
          <cx:pt idx="45">0.46255483382973062</cx:pt>
          <cx:pt idx="46">0.43089977841115923</cx:pt>
          <cx:pt idx="47">0.38872526658273804</cx:pt>
          <cx:pt idx="48">0.49572209782031568</cx:pt>
          <cx:pt idx="49">0.46562331178755312</cx:pt>
          <cx:pt idx="50">0.38874645365223026</cx:pt>
          <cx:pt idx="51">0.39793766709604783</cx:pt>
          <cx:pt idx="52">0.37705390578877085</cx:pt>
          <cx:pt idx="53">0.42698010147593457</cx:pt>
          <cx:pt idx="54">0.43526760003190157</cx:pt>
          <cx:pt idx="55">0.37469912026149521</cx:pt>
          <cx:pt idx="56">0.53969522838161688</cx:pt>
          <cx:pt idx="57">0.43658072434594219</cx:pt>
          <cx:pt idx="58">0.50118955412364807</cx:pt>
          <cx:pt idx="59">0.51091730465147545</cx:pt>
          <cx:pt idx="60">0.55709779152323002</cx:pt>
          <cx:pt idx="61">0.50320124612852235</cx:pt>
          <cx:pt idx="62">0.49567609182192063</cx:pt>
          <cx:pt idx="63">0.4466775925523509</cx:pt>
          <cx:pt idx="64">0.50311903736846586</cx:pt>
          <cx:pt idx="65">0.40886200652833798</cx:pt>
        </cx:lvl>
      </cx:numDim>
    </cx:data>
    <cx:data id="4">
      <cx:numDim type="val">
        <cx:f>Order!$AL$172:$AL$176</cx:f>
        <cx:lvl ptCount="5" formatCode="G/標準">
          <cx:pt idx="0">0.52254781932891525</cx:pt>
          <cx:pt idx="1">0.39198699098103584</cx:pt>
          <cx:pt idx="2">0.52195548787511181</cx:pt>
          <cx:pt idx="3">0.47279697143507426</cx:pt>
          <cx:pt idx="4">0.392580471580527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altLang="ja-JP" sz="1200" b="0" i="0" u="none" strike="noStrike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M0112A</a:t>
            </a:r>
            <a:endParaRPr lang="ja-JP" altLang="en-US" sz="1200" b="0" i="0" u="none" strike="noStrike" baseline="0" dirty="0">
              <a:solidFill>
                <a:sysClr val="windowText" lastClr="000000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cx:rich>
      </cx:tx>
    </cx:title>
    <cx:plotArea>
      <cx:plotAreaRegion>
        <cx:plotSurface>
          <cx:spPr>
            <a:ln w="19050">
              <a:solidFill>
                <a:schemeClr val="tx1"/>
              </a:solidFill>
            </a:ln>
          </cx:spPr>
        </cx:plotSurface>
        <cx:series layoutId="boxWhisker" uniqueId="{732772CE-B8E6-44D4-8BB5-69FEF99E5EC2}" formatIdx="0">
          <cx:tx>
            <cx:txData>
              <cx:v>gravel</cx:v>
            </cx:txData>
          </cx:tx>
          <cx:spPr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8B7D-4C72-A9F3-D6ACBFF9F03F}" formatIdx="1">
          <cx:tx>
            <cx:txData>
              <cx:v>Sand</cx:v>
            </cx:txData>
          </cx:tx>
          <cx:spPr>
            <a:solidFill>
              <a:srgbClr val="FFC000"/>
            </a:solidFill>
            <a:ln w="6350">
              <a:solidFill>
                <a:schemeClr val="tx1"/>
              </a:solidFill>
            </a:ln>
          </cx:spPr>
          <cx:dataId val="1"/>
          <cx:layoutPr>
            <cx:statistics quartileMethod="exclusive"/>
          </cx:layoutPr>
        </cx:series>
        <cx:series layoutId="boxWhisker" uniqueId="{00000002-8B7D-4C72-A9F3-D6ACBFF9F03F}" formatIdx="2">
          <cx:tx>
            <cx:txData>
              <cx:v>Clay</cx:v>
            </cx:txData>
          </cx:tx>
          <cx:spPr>
            <a:solidFill>
              <a:schemeClr val="accent6"/>
            </a:solidFill>
            <a:ln w="6350">
              <a:solidFill>
                <a:schemeClr val="tx1"/>
              </a:solidFill>
            </a:ln>
          </cx:spPr>
          <cx:dataId val="2"/>
          <cx:layoutPr>
            <cx:statistics quartileMethod="exclusive"/>
          </cx:layoutPr>
        </cx:series>
        <cx:series layoutId="boxWhisker" uniqueId="{00000003-8B7D-4C72-A9F3-D6ACBFF9F03F}" formatIdx="3">
          <cx:tx>
            <cx:txData>
              <cx:v>mud</cx:v>
            </cx:txData>
          </cx:tx>
          <cx:spPr>
            <a:solidFill>
              <a:schemeClr val="accent1"/>
            </a:solidFill>
            <a:ln w="6350">
              <a:solidFill>
                <a:schemeClr val="tx1"/>
              </a:solidFill>
            </a:ln>
          </cx:spPr>
          <cx:dataId val="3"/>
          <cx:layoutPr>
            <cx:statistics quartileMethod="exclusive"/>
          </cx:layoutPr>
        </cx:series>
        <cx:series layoutId="boxWhisker" uniqueId="{00000004-8B7D-4C72-A9F3-D6ACBFF9F03F}" formatIdx="4">
          <cx:tx>
            <cx:txData>
              <cx:v>Silt</cx:v>
            </cx:txData>
          </cx:tx>
          <cx:spPr>
            <a:solidFill>
              <a:schemeClr val="accent4"/>
            </a:solidFill>
            <a:ln w="6350">
              <a:solidFill>
                <a:schemeClr val="tx1"/>
              </a:solidFill>
            </a:ln>
          </cx:spPr>
          <cx:dataId val="4"/>
          <cx:layoutPr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 min="0.10000000000000001"/>
        <cx:majorGridlines/>
        <cx:majorTickMarks type="out"/>
        <cx:tickLabels/>
        <cx:spPr>
          <a:ln w="19050">
            <a:solidFill>
              <a:schemeClr val="tx1"/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  <cx:legend pos="r" align="ctr" overlay="0">
      <cx:txPr>
        <a:bodyPr vertOverflow="overflow" horzOverflow="overflow" wrap="square" lIns="0" tIns="0" rIns="0" bIns="0"/>
        <a:lstStyle/>
        <a:p>
          <a:pPr algn="ctr" rtl="0">
            <a:defRPr sz="1200" b="0" i="0">
              <a:solidFill>
                <a:sysClr val="windowText" lastClr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defRPr>
          </a:pPr>
          <a:endParaRPr lang="ja-JP" altLang="en-US" sz="120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x:txPr>
    </cx:legend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Sort!$AL$5:$AL$31</cx:f>
        <cx:lvl ptCount="27" formatCode="G/標準">
          <cx:pt idx="0">0.37954219176152676</cx:pt>
          <cx:pt idx="1">0.34863609029123843</cx:pt>
          <cx:pt idx="2">0.38337632598933835</cx:pt>
          <cx:pt idx="3">0.43956129372996727</cx:pt>
          <cx:pt idx="4">0.35780856507290215</cx:pt>
          <cx:pt idx="5">0.34324645863049108</cx:pt>
          <cx:pt idx="6">0.36571160442091388</cx:pt>
          <cx:pt idx="7">0.40453146804726092</cx:pt>
          <cx:pt idx="8">0.3192030299949028</cx:pt>
          <cx:pt idx="9">0.33206138563253668</cx:pt>
          <cx:pt idx="10">0.2956039995447608</cx:pt>
          <cx:pt idx="11">0.40306697617231618</cx:pt>
          <cx:pt idx="12">0.37391490782944486</cx:pt>
          <cx:pt idx="13">0.39261995810260591</cx:pt>
          <cx:pt idx="14">0.40429397555798585</cx:pt>
          <cx:pt idx="15">0.33908868209046994</cx:pt>
          <cx:pt idx="16">0.34840582717294277</cx:pt>
          <cx:pt idx="17">0.4234415902230837</cx:pt>
          <cx:pt idx="18">0.33156256640931386</cx:pt>
          <cx:pt idx="19">0.32631342031255761</cx:pt>
          <cx:pt idx="20">0.4363612544035485</cx:pt>
          <cx:pt idx="21">0.41952951184004345</cx:pt>
          <cx:pt idx="22">0.3386176215559118</cx:pt>
          <cx:pt idx="23">0.36866880771031219</cx:pt>
          <cx:pt idx="24">0.44207656612083207</cx:pt>
          <cx:pt idx="25">0.33208884135745315</cx:pt>
          <cx:pt idx="26">0.32797229734921052</cx:pt>
        </cx:lvl>
      </cx:numDim>
    </cx:data>
    <cx:data id="1">
      <cx:numDim type="val">
        <cx:f>Sort!$AL$32:$AL$61</cx:f>
        <cx:lvl ptCount="30" formatCode="G/標準">
          <cx:pt idx="0">0.39021315112177141</cx:pt>
          <cx:pt idx="1">0.39333308980937959</cx:pt>
          <cx:pt idx="2">0.3850076381768282</cx:pt>
          <cx:pt idx="3">0.42385449719810026</cx:pt>
          <cx:pt idx="4">0.44100833763152081</cx:pt>
          <cx:pt idx="5">0.39530312635404402</cx:pt>
          <cx:pt idx="6">0.28617542368105386</cx:pt>
          <cx:pt idx="7">0.40440718814879134</cx:pt>
          <cx:pt idx="8">0.5627799214171002</cx:pt>
          <cx:pt idx="9">0.36132068604220902</cx:pt>
          <cx:pt idx="10">0.4130408464637762</cx:pt>
          <cx:pt idx="11">0.44410481141909691</cx:pt>
          <cx:pt idx="12">0.46672549169153776</cx:pt>
          <cx:pt idx="13">0.42311014914603262</cx:pt>
          <cx:pt idx="14">0.50890554140187616</cx:pt>
          <cx:pt idx="15">0.49196138488144897</cx:pt>
          <cx:pt idx="16">0.48210815471155838</cx:pt>
          <cx:pt idx="17">0.5010937267393063</cx:pt>
          <cx:pt idx="18">0.4187632308588235</cx:pt>
          <cx:pt idx="19">0.47928114705371644</cx:pt>
          <cx:pt idx="20">0.43959249629638059</cx:pt>
          <cx:pt idx="21">0.43910038795551204</cx:pt>
          <cx:pt idx="22">0.38554564023818899</cx:pt>
          <cx:pt idx="23">0.5671442007252443</cx:pt>
          <cx:pt idx="24">0.57789749796846301</cx:pt>
          <cx:pt idx="25">0.4324202898014915</cx:pt>
          <cx:pt idx="26">0.43643007185524613</cx:pt>
          <cx:pt idx="27">0.55619993648416166</cx:pt>
          <cx:pt idx="28">0.48274915333306073</cx:pt>
          <cx:pt idx="29">0.47453448513506369</cx:pt>
        </cx:lvl>
      </cx:numDim>
    </cx:data>
    <cx:data id="2">
      <cx:numDim type="val">
        <cx:f>Sort!$AL$62:$AL$96</cx:f>
        <cx:lvl ptCount="35" formatCode="G/標準">
          <cx:pt idx="0">0.34086151930200792</cx:pt>
          <cx:pt idx="1">0.39716197375055701</cx:pt>
          <cx:pt idx="2">0.37049993482947408</cx:pt>
          <cx:pt idx="3">0.4036420959973821</cx:pt>
          <cx:pt idx="4">0.39294953121101284</cx:pt>
          <cx:pt idx="5">0.35089957071551264</cx:pt>
          <cx:pt idx="6">0.33345857160379655</cx:pt>
          <cx:pt idx="7">0.38774970826703431</cx:pt>
          <cx:pt idx="8">0.36432402489601323</cx:pt>
          <cx:pt idx="9">0.33351631774495416</cx:pt>
          <cx:pt idx="10">0.38560856696138174</cx:pt>
          <cx:pt idx="11">0.42714995065655814</cx:pt>
          <cx:pt idx="12">0.41216125619887428</cx:pt>
          <cx:pt idx="13">0.49504503611925926</cx:pt>
          <cx:pt idx="14">0.42754793877479108</cx:pt>
          <cx:pt idx="15">0.46161096651282862</cx:pt>
          <cx:pt idx="16">0.45578011719022893</cx:pt>
          <cx:pt idx="17">0.406062382208773</cx:pt>
          <cx:pt idx="18">0.37331079366844211</cx:pt>
          <cx:pt idx="19">0.35025683690602227</cx:pt>
          <cx:pt idx="20">0.40754122634245832</cx:pt>
          <cx:pt idx="21">0.34126229061961527</cx:pt>
          <cx:pt idx="22">0.39540207494877688</cx:pt>
          <cx:pt idx="23">0.34419563425762012</cx:pt>
          <cx:pt idx="24">0.33491309661867336</cx:pt>
          <cx:pt idx="25">0.30399511623483033</cx:pt>
          <cx:pt idx="26">0.29642500012896211</cx:pt>
          <cx:pt idx="27">0.29727454815420934</cx:pt>
          <cx:pt idx="28">0.36330252360534365</cx:pt>
          <cx:pt idx="29">0.39604194975797735</cx:pt>
          <cx:pt idx="30">0.42887596080115897</cx:pt>
          <cx:pt idx="31">0.32465611469334743</cx:pt>
          <cx:pt idx="32">0.41486213769338065</cx:pt>
          <cx:pt idx="33">0.38735889075555235</cx:pt>
          <cx:pt idx="34">0.40480673529275157</cx:pt>
        </cx:lvl>
      </cx:numDim>
    </cx:data>
    <cx:data id="3">
      <cx:numDim type="val">
        <cx:f>Sort!$AL$97:$AL$105</cx:f>
        <cx:lvl ptCount="9" formatCode="G/標準">
          <cx:pt idx="0">0.34891201583834613</cx:pt>
          <cx:pt idx="1">0.24128172289958727</cx:pt>
          <cx:pt idx="2">0.40995847439179711</cx:pt>
          <cx:pt idx="3">0.44954087231263634</cx:pt>
          <cx:pt idx="4">0.31187083183809355</cx:pt>
          <cx:pt idx="5">0.22443659732492943</cx:pt>
          <cx:pt idx="6">0.41996876852094261</cx:pt>
          <cx:pt idx="7">0.40964604334843779</cx:pt>
          <cx:pt idx="8">0.23692211719918735</cx:pt>
        </cx:lvl>
      </cx:numDim>
    </cx:data>
    <cx:data id="4">
      <cx:numDim type="val">
        <cx:f>Sort!$AL$106:$AL$109</cx:f>
        <cx:lvl ptCount="4" formatCode="G/標準">
          <cx:pt idx="0">0.45427853530289081</cx:pt>
          <cx:pt idx="1">0.56443218616946356</cx:pt>
          <cx:pt idx="2">0.6105153971790005</cx:pt>
          <cx:pt idx="3">0.41659262206198161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altLang="ja-JP" sz="1200" b="0" i="0" u="none" strike="noStrike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Sand_M0111</a:t>
            </a:r>
            <a:endParaRPr lang="ja-JP" altLang="en-US" sz="1200" b="0" i="0" u="none" strike="noStrike" baseline="0" dirty="0">
              <a:solidFill>
                <a:sysClr val="windowText" lastClr="000000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cx:rich>
      </cx:tx>
    </cx:title>
    <cx:plotArea>
      <cx:plotAreaRegion>
        <cx:plotSurface>
          <cx:spPr>
            <a:ln w="19050">
              <a:solidFill>
                <a:schemeClr val="tx1"/>
              </a:solidFill>
            </a:ln>
          </cx:spPr>
        </cx:plotSurface>
        <cx:series layoutId="boxWhisker" uniqueId="{7083A547-DB4A-4796-AA8B-9C365AA6DF70}">
          <cx:tx>
            <cx:txData>
              <cx:v>Coarse</cx:v>
            </cx:txData>
          </cx:tx>
          <cx:spPr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8890-446A-BECA-64DC47392706}">
          <cx:tx>
            <cx:txData>
              <cx:v>Fine</cx:v>
            </cx:txData>
          </cx:tx>
          <cx:spPr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cx:spPr>
          <cx:dataId val="1"/>
          <cx:layoutPr>
            <cx:statistics quartileMethod="exclusive"/>
          </cx:layoutPr>
        </cx:series>
        <cx:series layoutId="boxWhisker" uniqueId="{00000002-8890-446A-BECA-64DC47392706}">
          <cx:tx>
            <cx:txData>
              <cx:v>Medium</cx:v>
            </cx:txData>
          </cx:tx>
          <cx:spPr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cx:spPr>
          <cx:dataId val="2"/>
          <cx:layoutPr>
            <cx:statistics quartileMethod="exclusive"/>
          </cx:layoutPr>
        </cx:series>
        <cx:series layoutId="boxWhisker" uniqueId="{00000003-8890-446A-BECA-64DC47392706}">
          <cx:tx>
            <cx:txData>
              <cx:v>Very coarse</cx:v>
            </cx:txData>
          </cx:tx>
          <cx:spPr>
            <a:solidFill>
              <a:schemeClr val="accent2"/>
            </a:solidFill>
            <a:ln w="6350">
              <a:solidFill>
                <a:schemeClr val="tx1"/>
              </a:solidFill>
            </a:ln>
          </cx:spPr>
          <cx:dataId val="3"/>
          <cx:layoutPr>
            <cx:visibility meanLine="0" meanMarker="1" nonoutliers="1" outliers="1"/>
            <cx:statistics quartileMethod="exclusive"/>
          </cx:layoutPr>
        </cx:series>
        <cx:series layoutId="boxWhisker" uniqueId="{00000004-8890-446A-BECA-64DC47392706}">
          <cx:tx>
            <cx:txData>
              <cx:v>Very fine</cx:v>
            </cx:txData>
          </cx:tx>
          <cx:spPr>
            <a:solidFill>
              <a:schemeClr val="accent4">
                <a:lumMod val="75000"/>
              </a:schemeClr>
            </a:solidFill>
            <a:ln w="6350">
              <a:solidFill>
                <a:schemeClr val="tx1"/>
              </a:solidFill>
            </a:ln>
          </cx:spPr>
          <cx:dataId val="4"/>
          <cx:layoutPr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 min="0.10000000000000001"/>
        <cx:majorGridlines/>
        <cx:majorTickMarks type="out"/>
        <cx:tickLabels/>
        <cx:spPr>
          <a:ln w="19050">
            <a:solidFill>
              <a:schemeClr val="tx1"/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  <cx:legend pos="r" align="ctr" overlay="0">
      <cx:txPr>
        <a:bodyPr vertOverflow="overflow" horzOverflow="overflow" wrap="square" lIns="0" tIns="0" rIns="0" bIns="0"/>
        <a:lstStyle/>
        <a:p>
          <a:pPr algn="ctr" rtl="0">
            <a:defRPr sz="1200" b="0" i="0">
              <a:solidFill>
                <a:sysClr val="windowText" lastClr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defRPr>
          </a:pPr>
          <a:endParaRPr lang="ja-JP" altLang="en-US" sz="120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x:txPr>
    </cx:legend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Order!$AL$76:$AL$97</cx:f>
        <cx:lvl ptCount="22" formatCode="G/標準">
          <cx:pt idx="0">0.39069926617873157</cx:pt>
          <cx:pt idx="1">0.34059234866232591</cx:pt>
          <cx:pt idx="2">0.32071350589980369</cx:pt>
          <cx:pt idx="3">0.38866029959853626</cx:pt>
          <cx:pt idx="4">0.38399564745462283</cx:pt>
          <cx:pt idx="5">0.5549424152308795</cx:pt>
          <cx:pt idx="6">0.3659759529443341</cx:pt>
          <cx:pt idx="7">0.34721494501152267</cx:pt>
          <cx:pt idx="8">0.37645895590144623</cx:pt>
          <cx:pt idx="9">0.34191368188521803</cx:pt>
          <cx:pt idx="10">0.5395082781842413</cx:pt>
          <cx:pt idx="11">0.32385164739196437</cx:pt>
          <cx:pt idx="12">0.35461403483581821</cx:pt>
          <cx:pt idx="13">0.36862020661617229</cx:pt>
          <cx:pt idx="14">0.43035960382660926</cx:pt>
          <cx:pt idx="15">0.32891425970751575</cx:pt>
          <cx:pt idx="16">0.28686663917379962</cx:pt>
          <cx:pt idx="17">0.36585054507648224</cx:pt>
          <cx:pt idx="18">0.34680612574077846</cx:pt>
          <cx:pt idx="19">0.32645333009885419</cx:pt>
          <cx:pt idx="20">0.27210373269408838</cx:pt>
          <cx:pt idx="21">0.4083743594270241</cx:pt>
        </cx:lvl>
      </cx:numDim>
    </cx:data>
    <cx:data id="1">
      <cx:numDim type="val">
        <cx:f>Order!$AL$98:$AL$120</cx:f>
        <cx:lvl ptCount="23" formatCode="G/標準">
          <cx:pt idx="0">0.43649313669309148</cx:pt>
          <cx:pt idx="1">0.42294288667065483</cx:pt>
          <cx:pt idx="2">0.38102488682085967</cx:pt>
          <cx:pt idx="3">0.41205251303359225</cx:pt>
          <cx:pt idx="4">0.37817454414993923</cx:pt>
          <cx:pt idx="5">0.43157729397936456</cx:pt>
          <cx:pt idx="6">0.44033747257228173</cx:pt>
          <cx:pt idx="7">0.40693485363540954</cx:pt>
          <cx:pt idx="8">0.41424747166535864</cx:pt>
          <cx:pt idx="9">0.41259142122045367</cx:pt>
          <cx:pt idx="10">0.32142582633555628</cx:pt>
          <cx:pt idx="11">0.34054946685788978</cx:pt>
          <cx:pt idx="12">0.45499451476974967</cx:pt>
          <cx:pt idx="13">0.51379230220776206</cx:pt>
          <cx:pt idx="14">0.55594239038240056</cx:pt>
          <cx:pt idx="15">0.52624832631363261</cx:pt>
          <cx:pt idx="16">0.3154263028967455</cx:pt>
          <cx:pt idx="17">0.4004233232594655</cx:pt>
          <cx:pt idx="18">0.44478397090545191</cx:pt>
          <cx:pt idx="19">0.45780084289468975</cx:pt>
          <cx:pt idx="20">0.4211372647309245</cx:pt>
          <cx:pt idx="21">0.41470407987993085</cx:pt>
          <cx:pt idx="22">0.441484977191966</cx:pt>
        </cx:lvl>
      </cx:numDim>
    </cx:data>
    <cx:data id="2">
      <cx:numDim type="val">
        <cx:f>Order!$AL$121:$AL$154</cx:f>
        <cx:lvl ptCount="34" formatCode="G/標準">
          <cx:pt idx="0">0.35828699576700102</cx:pt>
          <cx:pt idx="1">0.35831973785254312</cx:pt>
          <cx:pt idx="2">0.36514553392687854</cx:pt>
          <cx:pt idx="3">0.50165328914320606</cx:pt>
          <cx:pt idx="4">0.40048447189239095</cx:pt>
          <cx:pt idx="5">0.41893205997507821</cx:pt>
          <cx:pt idx="6">0.3365626763012895</cx:pt>
          <cx:pt idx="7">0.4242458949931559</cx:pt>
          <cx:pt idx="8">0.42202523640472772</cx:pt>
          <cx:pt idx="9">0.43978099643013169</cx:pt>
          <cx:pt idx="10">0.50380162516432081</cx:pt>
          <cx:pt idx="11">0.43688182944166803</cx:pt>
          <cx:pt idx="12">0.37752713250738479</cx:pt>
          <cx:pt idx="13">0.40138060442266932</cx:pt>
          <cx:pt idx="14">0.42440585724469071</cx:pt>
          <cx:pt idx="15">0.34476752271512717</cx:pt>
          <cx:pt idx="16">0.34110309952999318</cx:pt>
          <cx:pt idx="17">0.34609024029263291</cx:pt>
          <cx:pt idx="18">0.34574341979691831</cx:pt>
          <cx:pt idx="19">0.39874479098611898</cx:pt>
          <cx:pt idx="20">0.37299464331187421</cx:pt>
          <cx:pt idx="21">0.40659741866350219</cx:pt>
          <cx:pt idx="22">0.29435670652110368</cx:pt>
          <cx:pt idx="23">0.3514954462403474</cx:pt>
          <cx:pt idx="24">0.35760613400272107</cx:pt>
          <cx:pt idx="25">0.38029148985119138</cx:pt>
          <cx:pt idx="26">0.39763713530139894</cx:pt>
          <cx:pt idx="27">0.4221906106194247</cx:pt>
          <cx:pt idx="28">0.41703320542081768</cx:pt>
          <cx:pt idx="29">0.40473130428553883</cx:pt>
          <cx:pt idx="30">0.43096355402910319</cx:pt>
          <cx:pt idx="31">0.31808423090788651</cx:pt>
          <cx:pt idx="32">0.53941857494174417</cx:pt>
          <cx:pt idx="33">0.35765586246391112</cx:pt>
        </cx:lvl>
      </cx:numDim>
    </cx:data>
    <cx:data id="3">
      <cx:numDim type="val">
        <cx:f>Order!$AL$155:$AL$170</cx:f>
        <cx:lvl ptCount="16" formatCode="G/標準">
          <cx:pt idx="0">0.30625730418759378</cx:pt>
          <cx:pt idx="1">0.384526289511256</cx:pt>
          <cx:pt idx="2">0.27487396920344587</cx:pt>
          <cx:pt idx="3">0.28818329304651769</cx:pt>
          <cx:pt idx="4">0.32296613693818071</cx:pt>
          <cx:pt idx="5">0.32327396415594173</cx:pt>
          <cx:pt idx="6">0.28190460578666715</cx:pt>
          <cx:pt idx="7">0.3309694333969157</cx:pt>
          <cx:pt idx="8">0.33720417081278514</cx:pt>
          <cx:pt idx="9">0.34240204600538182</cx:pt>
          <cx:pt idx="10">0.42567715318850174</cx:pt>
          <cx:pt idx="11">0.37471834286832284</cx:pt>
          <cx:pt idx="12">0.43099311297445869</cx:pt>
          <cx:pt idx="13">0.35712706503498076</cx:pt>
          <cx:pt idx="14">0.35030346997198325</cx:pt>
          <cx:pt idx="15">0.37606646979533742</cx:pt>
        </cx:lvl>
      </cx:numDim>
    </cx:data>
    <cx:data id="4">
      <cx:numDim type="val">
        <cx:f>Order!$AL$171</cx:f>
        <cx:lvl ptCount="1" formatCode="G/標準">
          <cx:pt idx="0">0.46649001084553526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en-US" altLang="ja-JP" sz="1200" b="0" i="0" u="none" strike="noStrike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Sand_M0112A</a:t>
            </a:r>
            <a:endParaRPr lang="ja-JP" altLang="en-US" sz="1200" b="0" i="0" u="none" strike="noStrike" baseline="0" dirty="0">
              <a:solidFill>
                <a:sysClr val="windowText" lastClr="000000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cx:rich>
      </cx:tx>
    </cx:title>
    <cx:plotArea>
      <cx:plotAreaRegion>
        <cx:plotSurface>
          <cx:spPr>
            <a:ln w="19050">
              <a:solidFill>
                <a:schemeClr val="tx1"/>
              </a:solidFill>
            </a:ln>
          </cx:spPr>
        </cx:plotSurface>
        <cx:series layoutId="boxWhisker" uniqueId="{7083A547-DB4A-4796-AA8B-9C365AA6DF70}">
          <cx:tx>
            <cx:txData>
              <cx:v>Coarse</cx:v>
            </cx:txData>
          </cx:tx>
          <cx:spPr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00000001-8890-446A-BECA-64DC47392706}">
          <cx:tx>
            <cx:txData>
              <cx:v>Fine</cx:v>
            </cx:txData>
          </cx:tx>
          <cx:spPr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cx:spPr>
          <cx:dataId val="1"/>
          <cx:layoutPr>
            <cx:statistics quartileMethod="exclusive"/>
          </cx:layoutPr>
        </cx:series>
        <cx:series layoutId="boxWhisker" uniqueId="{00000002-8890-446A-BECA-64DC47392706}">
          <cx:tx>
            <cx:txData>
              <cx:v>Medium</cx:v>
            </cx:txData>
          </cx:tx>
          <cx:spPr>
            <a:solidFill>
              <a:schemeClr val="bg1">
                <a:lumMod val="50000"/>
              </a:schemeClr>
            </a:solidFill>
            <a:ln w="6350">
              <a:solidFill>
                <a:schemeClr val="tx1"/>
              </a:solidFill>
            </a:ln>
          </cx:spPr>
          <cx:dataId val="2"/>
          <cx:layoutPr>
            <cx:statistics quartileMethod="exclusive"/>
          </cx:layoutPr>
        </cx:series>
        <cx:series layoutId="boxWhisker" uniqueId="{00000003-8890-446A-BECA-64DC47392706}">
          <cx:tx>
            <cx:txData>
              <cx:v>Very coarse</cx:v>
            </cx:txData>
          </cx:tx>
          <cx:spPr>
            <a:solidFill>
              <a:schemeClr val="accent2"/>
            </a:solidFill>
            <a:ln w="6350">
              <a:solidFill>
                <a:schemeClr val="tx1"/>
              </a:solidFill>
            </a:ln>
          </cx:spPr>
          <cx:dataId val="3"/>
          <cx:layoutPr>
            <cx:statistics quartileMethod="exclusive"/>
          </cx:layoutPr>
        </cx:series>
        <cx:series layoutId="boxWhisker" uniqueId="{00000004-8890-446A-BECA-64DC47392706}">
          <cx:tx>
            <cx:txData>
              <cx:v>Very fine</cx:v>
            </cx:txData>
          </cx:tx>
          <cx:spPr>
            <a:solidFill>
              <a:schemeClr val="accent4">
                <a:lumMod val="75000"/>
              </a:schemeClr>
            </a:solidFill>
            <a:ln w="6350">
              <a:solidFill>
                <a:schemeClr val="tx1"/>
              </a:solidFill>
            </a:ln>
          </cx:spPr>
          <cx:dataId val="4"/>
          <cx:layoutPr>
            <cx:statistics quartileMethod="exclusive"/>
          </cx:layoutPr>
        </cx:series>
      </cx:plotAreaRegion>
      <cx:axis id="0" hidden="1">
        <cx:catScaling gapWidth="1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 max="0.70000000000000007" min="0.10000000000000001"/>
        <cx:majorGridlines/>
        <cx:majorTickMarks type="out"/>
        <cx:tickLabels/>
        <cx:spPr>
          <a:ln w="19050">
            <a:solidFill>
              <a:schemeClr val="tx1"/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ja-JP" altLang="en-US" sz="12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  <cx:legend pos="r" align="ctr" overlay="0">
      <cx:txPr>
        <a:bodyPr vertOverflow="overflow" horzOverflow="overflow" wrap="square" lIns="0" tIns="0" rIns="0" bIns="0"/>
        <a:lstStyle/>
        <a:p>
          <a:pPr algn="ctr" rtl="0">
            <a:defRPr sz="1200" b="0" i="0">
              <a:solidFill>
                <a:sysClr val="windowText" lastClr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defRPr>
          </a:pPr>
          <a:endParaRPr lang="ja-JP" altLang="en-US" sz="120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CF742-5C34-4799-827C-49042FC43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2FA647-CC31-4A28-9B40-35DD74DD6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93006E-4D12-B2FF-66AF-F649CA68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D31185-879E-C717-3014-099A89F3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852B60-C0B4-EC77-C725-5A7833CC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80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D0906-CC18-016B-C1A7-08FC3BBD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E25B3D-E7E7-7764-F05B-504EBDF2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A817A1-AC2F-B224-D9E1-66AED579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9E4457-834B-341D-EC92-E22EA007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777157-557C-89E9-1F98-6FF59D7C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81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10E302-CB20-5387-CFF0-0C87F630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BC1130-8FE4-A4A3-419F-56EA2F673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718E01-C780-0BDA-418E-17557DB7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A79DC0-F704-20A6-4CA1-046BC967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882C10-B0D3-7FAD-60D1-A936817C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07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A0E5C-C78B-1D42-6C40-C1A61D5B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B8ADE6-396F-4BC1-E977-3CCC0040B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CAD555-6035-3740-F8AD-9F29E000E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ACE8B6-C11F-FA8E-13FA-71ACFDCD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844556-9FBB-4CC6-AC58-C866D20C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1A86C9-38E4-231D-097D-52935ED5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5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B230CE-803E-B866-1012-3BE6F2B9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373AE4-358B-765A-AA17-1AE3E257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18A01B-FAF9-36C7-3D0D-96089A58C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6547CE-3D53-BD19-C1C7-DF112D3AC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DC8EBA-D0BD-B044-1E4C-CC4B9271A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5FE677-E16B-1BFD-6131-8D1E4A17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BEB024-D914-6821-C831-60300D36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0D428D-5B13-5B75-E342-E8845FC8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99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7E8B5D-31C6-88B9-0BB0-B8AC49A4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6C1DEB-6E43-62C5-6F31-E0433BA3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46E8B7-AA1C-989C-71A2-8E3A714F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238A1B-2A16-34B4-22D7-A3A2CD0F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81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298311-5E76-5E50-B5D0-A553E4F4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485195-6131-DB15-ED39-DFF56A8E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D91144-D7FE-A56E-9902-BB82596B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48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DA15A-D3BF-CDA4-0E7A-E5203506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44DEF6-4EBC-4883-0F1B-3B44DF80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4C4392-992F-8297-1FCF-FE2B91912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1EF9E5-73EE-E38E-64A0-422B1921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46F5AD-B006-FA27-0D74-8E45B272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8FB67F-3233-05F3-3F72-93B19225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94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8D148-429E-F958-5003-6776377B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BC97672-11A4-0E42-E010-0BD068EE0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31A8B0-24B6-CDDD-D649-FFB4416A7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7646D1-4063-D339-275A-2BC00774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72AF00-B6CA-FE70-5ADC-D815F92E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D8299F-D217-391A-8396-03B99F72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54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8D37DE-1F5B-177D-E349-7FE93A8D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45FE0D-5612-AE61-0C00-D857248E2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F3BD59-CC4F-19DA-5DAC-4BA74DD8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1710AA-726B-1289-8C14-9835385D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597845-F24D-4094-917E-4AC35054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60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DF1BEF-E00E-6288-123C-23CFD4F55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28931D-D668-01C2-7BE8-CA7B53988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51C47-B44D-9408-753A-4F0E2BD3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A44401-A12B-3217-8739-E664F502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EDA5E0-AD89-376C-7E1E-4DEB6930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04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A888E6-D7B0-76C3-826F-F60724F4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3B40CC-4FD9-5BB1-E0E0-7EF6F0088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20F5C1-2FB3-3098-A949-F8BFC4153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24C60-5CA9-48DC-922A-1ED1C06E35A9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99E31A-7317-A060-8FAE-7318A3933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40E319-B2A9-2230-BAA8-1B82D433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B05ED-CC8B-4F27-90DA-9CDD140D1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99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14/relationships/chartEx" Target="../charts/chartEx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6" Type="http://schemas.microsoft.com/office/2014/relationships/chartEx" Target="../charts/chartEx3.xml"/><Relationship Id="rId5" Type="http://schemas.openxmlformats.org/officeDocument/2006/relationships/image" Target="../media/image2.png"/><Relationship Id="rId4" Type="http://schemas.microsoft.com/office/2014/relationships/chartEx" Target="../charts/chartEx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420A9ED1-3A33-C073-8655-06073E2A0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548553"/>
              </p:ext>
            </p:extLst>
          </p:nvPr>
        </p:nvGraphicFramePr>
        <p:xfrm>
          <a:off x="5442641" y="-71286"/>
          <a:ext cx="4634237" cy="7129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62684A91-220F-4D59-4734-59C661365A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836778"/>
              </p:ext>
            </p:extLst>
          </p:nvPr>
        </p:nvGraphicFramePr>
        <p:xfrm>
          <a:off x="0" y="-71286"/>
          <a:ext cx="4572000" cy="577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0726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グラフ 1">
                <a:extLst>
                  <a:ext uri="{FF2B5EF4-FFF2-40B4-BE49-F238E27FC236}">
                    <a16:creationId xmlns:a16="http://schemas.microsoft.com/office/drawing/2014/main" id="{AC73D803-1F34-C8A5-5C25-CB00EA934609}"/>
                  </a:ext>
                  <a:ext uri="{147F2762-F138-4A5C-976F-8EAC2B608ADB}">
                    <a16:predDERef xmlns:a16="http://schemas.microsoft.com/office/drawing/2014/main" pred="{420A9ED1-3A33-C073-8655-06073E2A030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355972"/>
                  </p:ext>
                </p:extLst>
              </p:nvPr>
            </p:nvGraphicFramePr>
            <p:xfrm>
              <a:off x="6680130" y="400243"/>
              <a:ext cx="4846867" cy="265853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グラフ 1">
                <a:extLst>
                  <a:ext uri="{FF2B5EF4-FFF2-40B4-BE49-F238E27FC236}">
                    <a16:creationId xmlns:a16="http://schemas.microsoft.com/office/drawing/2014/main" id="{AC73D803-1F34-C8A5-5C25-CB00EA934609}"/>
                  </a:ext>
                  <a:ext uri="{147F2762-F138-4A5C-976F-8EAC2B608ADB}">
                    <a16:predDERef xmlns:a16="http://schemas.microsoft.com/office/drawing/2014/main" pred="{420A9ED1-3A33-C073-8655-06073E2A03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0130" y="400243"/>
                <a:ext cx="4846867" cy="2658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グラフ 2">
                <a:extLst>
                  <a:ext uri="{FF2B5EF4-FFF2-40B4-BE49-F238E27FC236}">
                    <a16:creationId xmlns:a16="http://schemas.microsoft.com/office/drawing/2014/main" id="{BB411A69-6802-4531-9874-DBF74BA2D455}"/>
                  </a:ext>
                  <a:ext uri="{147F2762-F138-4A5C-976F-8EAC2B608ADB}">
                    <a16:predDERef xmlns:a16="http://schemas.microsoft.com/office/drawing/2014/main" pred="{420A9ED1-3A33-C073-8655-06073E2A030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59675188"/>
                  </p:ext>
                </p:extLst>
              </p:nvPr>
            </p:nvGraphicFramePr>
            <p:xfrm>
              <a:off x="914603" y="388601"/>
              <a:ext cx="4627215" cy="267017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グラフ 2">
                <a:extLst>
                  <a:ext uri="{FF2B5EF4-FFF2-40B4-BE49-F238E27FC236}">
                    <a16:creationId xmlns:a16="http://schemas.microsoft.com/office/drawing/2014/main" id="{BB411A69-6802-4531-9874-DBF74BA2D455}"/>
                  </a:ext>
                  <a:ext uri="{147F2762-F138-4A5C-976F-8EAC2B608ADB}">
                    <a16:predDERef xmlns:a16="http://schemas.microsoft.com/office/drawing/2014/main" pred="{420A9ED1-3A33-C073-8655-06073E2A03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4603" y="388601"/>
                <a:ext cx="4627215" cy="2670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グラフ 3">
                <a:extLst>
                  <a:ext uri="{FF2B5EF4-FFF2-40B4-BE49-F238E27FC236}">
                    <a16:creationId xmlns:a16="http://schemas.microsoft.com/office/drawing/2014/main" id="{9963019F-8DA2-1F8A-6E88-AF740A21313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6440255"/>
                  </p:ext>
                </p:extLst>
              </p:nvPr>
            </p:nvGraphicFramePr>
            <p:xfrm>
              <a:off x="6639405" y="3756890"/>
              <a:ext cx="4584347" cy="27008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4" name="グラフ 3">
                <a:extLst>
                  <a:ext uri="{FF2B5EF4-FFF2-40B4-BE49-F238E27FC236}">
                    <a16:creationId xmlns:a16="http://schemas.microsoft.com/office/drawing/2014/main" id="{9963019F-8DA2-1F8A-6E88-AF740A2131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9405" y="3756890"/>
                <a:ext cx="4584347" cy="2700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グラフ 4">
                <a:extLst>
                  <a:ext uri="{FF2B5EF4-FFF2-40B4-BE49-F238E27FC236}">
                    <a16:creationId xmlns:a16="http://schemas.microsoft.com/office/drawing/2014/main" id="{4FA3B51A-95FA-4655-A279-47426A256B5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94123123"/>
                  </p:ext>
                </p:extLst>
              </p:nvPr>
            </p:nvGraphicFramePr>
            <p:xfrm>
              <a:off x="907306" y="3753426"/>
              <a:ext cx="4576939" cy="27135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>
          <p:pic>
            <p:nvPicPr>
              <p:cNvPr id="5" name="グラフ 4">
                <a:extLst>
                  <a:ext uri="{FF2B5EF4-FFF2-40B4-BE49-F238E27FC236}">
                    <a16:creationId xmlns:a16="http://schemas.microsoft.com/office/drawing/2014/main" id="{4FA3B51A-95FA-4655-A279-47426A256B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7306" y="3753426"/>
                <a:ext cx="4576939" cy="27135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8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新谷毅</dc:creator>
  <cp:lastModifiedBy>新谷毅</cp:lastModifiedBy>
  <cp:revision>1</cp:revision>
  <dcterms:created xsi:type="dcterms:W3CDTF">2026-02-02T19:53:37Z</dcterms:created>
  <dcterms:modified xsi:type="dcterms:W3CDTF">2026-02-02T20:05:59Z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2026-02-02T19:54:35Z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e47fded0-f3fd-4e89-bb29-6cfdd270a036</vt:lpwstr>
  </property>
  <property fmtid="{D5CDD505-2E9C-101B-9397-08002B2CF9AE}" pid="8" name="MSIP_Label_ddc55989-3c9e-4466-8514-eac6f80f6373_ContentBits">
    <vt:lpwstr>0</vt:lpwstr>
  </property>
  <property fmtid="{D5CDD505-2E9C-101B-9397-08002B2CF9AE}" pid="9" name="MSIP_Label_ddc55989-3c9e-4466-8514-eac6f80f6373_Tag">
    <vt:lpwstr>10, 0, 1, 1</vt:lpwstr>
  </property>
</Properties>
</file>